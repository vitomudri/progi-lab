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2" r:id="rId1"/>
    <p:sldMasterId id="2147483693" r:id="rId2"/>
    <p:sldMasterId id="2147483706" r:id="rId3"/>
  </p:sldMasterIdLst>
  <p:notesMasterIdLst>
    <p:notesMasterId r:id="rId30"/>
  </p:notesMasterIdLst>
  <p:sldIdLst>
    <p:sldId id="256" r:id="rId4"/>
    <p:sldId id="257" r:id="rId5"/>
    <p:sldId id="265" r:id="rId6"/>
    <p:sldId id="260" r:id="rId7"/>
    <p:sldId id="283" r:id="rId8"/>
    <p:sldId id="280" r:id="rId9"/>
    <p:sldId id="319" r:id="rId10"/>
    <p:sldId id="316" r:id="rId11"/>
    <p:sldId id="320" r:id="rId12"/>
    <p:sldId id="321" r:id="rId13"/>
    <p:sldId id="322" r:id="rId14"/>
    <p:sldId id="323" r:id="rId15"/>
    <p:sldId id="324" r:id="rId16"/>
    <p:sldId id="331" r:id="rId17"/>
    <p:sldId id="332" r:id="rId18"/>
    <p:sldId id="333" r:id="rId19"/>
    <p:sldId id="317" r:id="rId20"/>
    <p:sldId id="326" r:id="rId21"/>
    <p:sldId id="325" r:id="rId22"/>
    <p:sldId id="327" r:id="rId23"/>
    <p:sldId id="330" r:id="rId24"/>
    <p:sldId id="329" r:id="rId25"/>
    <p:sldId id="318" r:id="rId26"/>
    <p:sldId id="328" r:id="rId27"/>
    <p:sldId id="313" r:id="rId28"/>
    <p:sldId id="262" r:id="rId29"/>
  </p:sldIdLst>
  <p:sldSz cx="9144000" cy="5143500" type="screen16x9"/>
  <p:notesSz cx="6858000" cy="9144000"/>
  <p:embeddedFontLst>
    <p:embeddedFont>
      <p:font typeface="Dosis Medium" pitchFamily="2" charset="0"/>
      <p:regular r:id="rId31"/>
      <p:bold r:id="rId32"/>
    </p:embeddedFont>
    <p:embeddedFont>
      <p:font typeface="Fjalla One" panose="02000506040000020004" pitchFamily="2" charset="0"/>
      <p:regular r:id="rId33"/>
    </p:embeddedFont>
    <p:embeddedFont>
      <p:font typeface="Roboto" panose="020000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C1EA6C-48FE-4460-810E-D55F2565F6D4}" v="27" dt="2026-01-23T22:56:32.910"/>
  </p1510:revLst>
</p1510:revInfo>
</file>

<file path=ppt/tableStyles.xml><?xml version="1.0" encoding="utf-8"?>
<a:tblStyleLst xmlns:a="http://schemas.openxmlformats.org/drawingml/2006/main" def="{39C162F3-761A-44BC-A014-F6A793876B72}">
  <a:tblStyle styleId="{39C162F3-761A-44BC-A014-F6A793876B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966"/>
    <p:restoredTop sz="93868"/>
  </p:normalViewPr>
  <p:slideViewPr>
    <p:cSldViewPr snapToGrid="0">
      <p:cViewPr varScale="1">
        <p:scale>
          <a:sx n="110" d="100"/>
          <a:sy n="110" d="100"/>
        </p:scale>
        <p:origin x="77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font" Target="fonts/font4.fntdata"/><Relationship Id="rId42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6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microsoft.com/office/2015/10/relationships/revisionInfo" Target="revisionInfo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a Kustić" userId="87e80f88efab3016" providerId="LiveId" clId="{3FA168FC-D624-444F-A07E-89EDF28CE304}"/>
    <pc:docChg chg="undo custSel addSld modSld">
      <pc:chgData name="Lara Kustić" userId="87e80f88efab3016" providerId="LiveId" clId="{3FA168FC-D624-444F-A07E-89EDF28CE304}" dt="2026-01-23T22:56:32.910" v="83"/>
      <pc:docMkLst>
        <pc:docMk/>
      </pc:docMkLst>
      <pc:sldChg chg="modSp mod">
        <pc:chgData name="Lara Kustić" userId="87e80f88efab3016" providerId="LiveId" clId="{3FA168FC-D624-444F-A07E-89EDF28CE304}" dt="2026-01-23T22:56:32.910" v="83"/>
        <pc:sldMkLst>
          <pc:docMk/>
          <pc:sldMk cId="0" sldId="313"/>
        </pc:sldMkLst>
        <pc:spChg chg="mod">
          <ac:chgData name="Lara Kustić" userId="87e80f88efab3016" providerId="LiveId" clId="{3FA168FC-D624-444F-A07E-89EDF28CE304}" dt="2026-01-23T22:56:32.910" v="83"/>
          <ac:spMkLst>
            <pc:docMk/>
            <pc:sldMk cId="0" sldId="313"/>
            <ac:spMk id="2084" creationId="{00000000-0000-0000-0000-000000000000}"/>
          </ac:spMkLst>
        </pc:spChg>
      </pc:sldChg>
      <pc:sldChg chg="addSp delSp modSp mod">
        <pc:chgData name="Lara Kustić" userId="87e80f88efab3016" providerId="LiveId" clId="{3FA168FC-D624-444F-A07E-89EDF28CE304}" dt="2026-01-23T22:44:44.657" v="47"/>
        <pc:sldMkLst>
          <pc:docMk/>
          <pc:sldMk cId="915707607" sldId="324"/>
        </pc:sldMkLst>
        <pc:spChg chg="add mod">
          <ac:chgData name="Lara Kustić" userId="87e80f88efab3016" providerId="LiveId" clId="{3FA168FC-D624-444F-A07E-89EDF28CE304}" dt="2026-01-23T22:43:10.243" v="34" actId="20577"/>
          <ac:spMkLst>
            <pc:docMk/>
            <pc:sldMk cId="915707607" sldId="324"/>
            <ac:spMk id="3" creationId="{B3810A44-E4A5-F954-FCFD-120BA2F8D2DF}"/>
          </ac:spMkLst>
        </pc:spChg>
        <pc:spChg chg="add">
          <ac:chgData name="Lara Kustić" userId="87e80f88efab3016" providerId="LiveId" clId="{3FA168FC-D624-444F-A07E-89EDF28CE304}" dt="2026-01-23T22:43:03.044" v="32"/>
          <ac:spMkLst>
            <pc:docMk/>
            <pc:sldMk cId="915707607" sldId="324"/>
            <ac:spMk id="4" creationId="{91F436E4-44E8-6CD9-8EC6-FF3536DF787B}"/>
          </ac:spMkLst>
        </pc:spChg>
        <pc:spChg chg="add">
          <ac:chgData name="Lara Kustić" userId="87e80f88efab3016" providerId="LiveId" clId="{3FA168FC-D624-444F-A07E-89EDF28CE304}" dt="2026-01-23T22:43:11.185" v="35"/>
          <ac:spMkLst>
            <pc:docMk/>
            <pc:sldMk cId="915707607" sldId="324"/>
            <ac:spMk id="5" creationId="{DA692543-7C1B-C797-D0D0-48499D9B07B6}"/>
          </ac:spMkLst>
        </pc:spChg>
        <pc:spChg chg="add del mod">
          <ac:chgData name="Lara Kustić" userId="87e80f88efab3016" providerId="LiveId" clId="{3FA168FC-D624-444F-A07E-89EDF28CE304}" dt="2026-01-23T22:43:36.316" v="40" actId="47"/>
          <ac:spMkLst>
            <pc:docMk/>
            <pc:sldMk cId="915707607" sldId="324"/>
            <ac:spMk id="6" creationId="{E10D5579-AAC0-F0CB-EE88-263772987D45}"/>
          </ac:spMkLst>
        </pc:spChg>
        <pc:spChg chg="add">
          <ac:chgData name="Lara Kustić" userId="87e80f88efab3016" providerId="LiveId" clId="{3FA168FC-D624-444F-A07E-89EDF28CE304}" dt="2026-01-23T22:43:29.956" v="37"/>
          <ac:spMkLst>
            <pc:docMk/>
            <pc:sldMk cId="915707607" sldId="324"/>
            <ac:spMk id="7" creationId="{643EC078-4C81-40F0-F1E1-D5318C45FBF2}"/>
          </ac:spMkLst>
        </pc:spChg>
        <pc:spChg chg="add mod">
          <ac:chgData name="Lara Kustić" userId="87e80f88efab3016" providerId="LiveId" clId="{3FA168FC-D624-444F-A07E-89EDF28CE304}" dt="2026-01-23T22:44:21.207" v="46" actId="404"/>
          <ac:spMkLst>
            <pc:docMk/>
            <pc:sldMk cId="915707607" sldId="324"/>
            <ac:spMk id="8" creationId="{8C6D8D50-B005-C949-5BC1-7EB3E064AEC2}"/>
          </ac:spMkLst>
        </pc:spChg>
        <pc:spChg chg="add">
          <ac:chgData name="Lara Kustić" userId="87e80f88efab3016" providerId="LiveId" clId="{3FA168FC-D624-444F-A07E-89EDF28CE304}" dt="2026-01-23T22:44:44.657" v="47"/>
          <ac:spMkLst>
            <pc:docMk/>
            <pc:sldMk cId="915707607" sldId="324"/>
            <ac:spMk id="9" creationId="{365480EC-92D8-1544-1747-98DA0CE94EF6}"/>
          </ac:spMkLst>
        </pc:spChg>
        <pc:picChg chg="del">
          <ac:chgData name="Lara Kustić" userId="87e80f88efab3016" providerId="LiveId" clId="{3FA168FC-D624-444F-A07E-89EDF28CE304}" dt="2026-01-23T22:41:45.776" v="0" actId="478"/>
          <ac:picMkLst>
            <pc:docMk/>
            <pc:sldMk cId="915707607" sldId="324"/>
            <ac:picMk id="2" creationId="{4E58EDED-D023-069A-E6D3-F1575B3CCE75}"/>
          </ac:picMkLst>
        </pc:picChg>
      </pc:sldChg>
      <pc:sldChg chg="addSp delSp modSp add mod">
        <pc:chgData name="Lara Kustić" userId="87e80f88efab3016" providerId="LiveId" clId="{3FA168FC-D624-444F-A07E-89EDF28CE304}" dt="2026-01-23T22:46:31.084" v="61" actId="1076"/>
        <pc:sldMkLst>
          <pc:docMk/>
          <pc:sldMk cId="3883762029" sldId="331"/>
        </pc:sldMkLst>
        <pc:spChg chg="add del mod">
          <ac:chgData name="Lara Kustić" userId="87e80f88efab3016" providerId="LiveId" clId="{3FA168FC-D624-444F-A07E-89EDF28CE304}" dt="2026-01-23T22:45:31.254" v="53" actId="478"/>
          <ac:spMkLst>
            <pc:docMk/>
            <pc:sldMk cId="3883762029" sldId="331"/>
            <ac:spMk id="3" creationId="{81620745-70BB-51E2-894F-4D810DFCB224}"/>
          </ac:spMkLst>
        </pc:spChg>
        <pc:spChg chg="add del mod">
          <ac:chgData name="Lara Kustić" userId="87e80f88efab3016" providerId="LiveId" clId="{3FA168FC-D624-444F-A07E-89EDF28CE304}" dt="2026-01-23T22:45:49.049" v="56" actId="478"/>
          <ac:spMkLst>
            <pc:docMk/>
            <pc:sldMk cId="3883762029" sldId="331"/>
            <ac:spMk id="4" creationId="{92903C19-284B-7B2A-E0DA-DFE4C49AF423}"/>
          </ac:spMkLst>
        </pc:spChg>
        <pc:spChg chg="mod">
          <ac:chgData name="Lara Kustić" userId="87e80f88efab3016" providerId="LiveId" clId="{3FA168FC-D624-444F-A07E-89EDF28CE304}" dt="2026-01-23T22:45:21.367" v="51"/>
          <ac:spMkLst>
            <pc:docMk/>
            <pc:sldMk cId="3883762029" sldId="331"/>
            <ac:spMk id="535" creationId="{73026B7E-8B6D-E2D5-8C2D-2DEE8B3CCBF8}"/>
          </ac:spMkLst>
        </pc:spChg>
        <pc:spChg chg="del">
          <ac:chgData name="Lara Kustić" userId="87e80f88efab3016" providerId="LiveId" clId="{3FA168FC-D624-444F-A07E-89EDF28CE304}" dt="2026-01-23T22:45:29.035" v="52" actId="478"/>
          <ac:spMkLst>
            <pc:docMk/>
            <pc:sldMk cId="3883762029" sldId="331"/>
            <ac:spMk id="536" creationId="{32D89454-0FE5-A87D-B98C-2530F0FFDE7D}"/>
          </ac:spMkLst>
        </pc:spChg>
        <pc:picChg chg="add mod">
          <ac:chgData name="Lara Kustić" userId="87e80f88efab3016" providerId="LiveId" clId="{3FA168FC-D624-444F-A07E-89EDF28CE304}" dt="2026-01-23T22:46:31.084" v="61" actId="1076"/>
          <ac:picMkLst>
            <pc:docMk/>
            <pc:sldMk cId="3883762029" sldId="331"/>
            <ac:picMk id="6" creationId="{F65E29DA-3D17-1769-B66D-40E85EAFA0BC}"/>
          </ac:picMkLst>
        </pc:picChg>
      </pc:sldChg>
      <pc:sldChg chg="addSp delSp modSp add mod">
        <pc:chgData name="Lara Kustić" userId="87e80f88efab3016" providerId="LiveId" clId="{3FA168FC-D624-444F-A07E-89EDF28CE304}" dt="2026-01-23T22:47:45.112" v="72" actId="14100"/>
        <pc:sldMkLst>
          <pc:docMk/>
          <pc:sldMk cId="3177884799" sldId="332"/>
        </pc:sldMkLst>
        <pc:spChg chg="add del mod">
          <ac:chgData name="Lara Kustić" userId="87e80f88efab3016" providerId="LiveId" clId="{3FA168FC-D624-444F-A07E-89EDF28CE304}" dt="2026-01-23T22:47:06.720" v="65" actId="478"/>
          <ac:spMkLst>
            <pc:docMk/>
            <pc:sldMk cId="3177884799" sldId="332"/>
            <ac:spMk id="3" creationId="{B2CBD7D7-4B87-E80F-88F8-A183E7877C52}"/>
          </ac:spMkLst>
        </pc:spChg>
        <pc:spChg chg="mod">
          <ac:chgData name="Lara Kustić" userId="87e80f88efab3016" providerId="LiveId" clId="{3FA168FC-D624-444F-A07E-89EDF28CE304}" dt="2026-01-23T22:46:50.392" v="63"/>
          <ac:spMkLst>
            <pc:docMk/>
            <pc:sldMk cId="3177884799" sldId="332"/>
            <ac:spMk id="535" creationId="{0E5EDFB9-D2C6-4DEC-7854-EA36CA69A208}"/>
          </ac:spMkLst>
        </pc:spChg>
        <pc:spChg chg="del">
          <ac:chgData name="Lara Kustić" userId="87e80f88efab3016" providerId="LiveId" clId="{3FA168FC-D624-444F-A07E-89EDF28CE304}" dt="2026-01-23T22:46:53.752" v="64" actId="478"/>
          <ac:spMkLst>
            <pc:docMk/>
            <pc:sldMk cId="3177884799" sldId="332"/>
            <ac:spMk id="536" creationId="{B4F90A99-FF7B-0A67-535A-5D793C63CF5B}"/>
          </ac:spMkLst>
        </pc:spChg>
        <pc:picChg chg="add mod">
          <ac:chgData name="Lara Kustić" userId="87e80f88efab3016" providerId="LiveId" clId="{3FA168FC-D624-444F-A07E-89EDF28CE304}" dt="2026-01-23T22:47:45.112" v="72" actId="14100"/>
          <ac:picMkLst>
            <pc:docMk/>
            <pc:sldMk cId="3177884799" sldId="332"/>
            <ac:picMk id="5" creationId="{3848D959-4991-F125-89B8-C951F58A3692}"/>
          </ac:picMkLst>
        </pc:picChg>
      </pc:sldChg>
      <pc:sldChg chg="addSp delSp modSp add mod">
        <pc:chgData name="Lara Kustić" userId="87e80f88efab3016" providerId="LiveId" clId="{3FA168FC-D624-444F-A07E-89EDF28CE304}" dt="2026-01-23T22:49:08.285" v="81" actId="1076"/>
        <pc:sldMkLst>
          <pc:docMk/>
          <pc:sldMk cId="2031445143" sldId="333"/>
        </pc:sldMkLst>
        <pc:spChg chg="add del mod">
          <ac:chgData name="Lara Kustić" userId="87e80f88efab3016" providerId="LiveId" clId="{3FA168FC-D624-444F-A07E-89EDF28CE304}" dt="2026-01-23T22:48:07.003" v="76" actId="478"/>
          <ac:spMkLst>
            <pc:docMk/>
            <pc:sldMk cId="2031445143" sldId="333"/>
            <ac:spMk id="3" creationId="{7F1FD5A6-3998-4B0E-D565-864357BAF4A9}"/>
          </ac:spMkLst>
        </pc:spChg>
        <pc:spChg chg="mod">
          <ac:chgData name="Lara Kustić" userId="87e80f88efab3016" providerId="LiveId" clId="{3FA168FC-D624-444F-A07E-89EDF28CE304}" dt="2026-01-23T22:48:02.201" v="74"/>
          <ac:spMkLst>
            <pc:docMk/>
            <pc:sldMk cId="2031445143" sldId="333"/>
            <ac:spMk id="535" creationId="{950BBC8D-0417-C82E-B7AC-56E9EF6F2B6D}"/>
          </ac:spMkLst>
        </pc:spChg>
        <pc:spChg chg="del">
          <ac:chgData name="Lara Kustić" userId="87e80f88efab3016" providerId="LiveId" clId="{3FA168FC-D624-444F-A07E-89EDF28CE304}" dt="2026-01-23T22:48:05.017" v="75" actId="478"/>
          <ac:spMkLst>
            <pc:docMk/>
            <pc:sldMk cId="2031445143" sldId="333"/>
            <ac:spMk id="536" creationId="{1BCB7B31-992D-6B45-2125-20DEB6052846}"/>
          </ac:spMkLst>
        </pc:spChg>
        <pc:picChg chg="add mod">
          <ac:chgData name="Lara Kustić" userId="87e80f88efab3016" providerId="LiveId" clId="{3FA168FC-D624-444F-A07E-89EDF28CE304}" dt="2026-01-23T22:49:08.285" v="81" actId="1076"/>
          <ac:picMkLst>
            <pc:docMk/>
            <pc:sldMk cId="2031445143" sldId="333"/>
            <ac:picMk id="5" creationId="{57974791-80BD-F7CF-4BEE-68E5479C36D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94c7e9268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94c7e9268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8253cb87f1_1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8253cb87f1_1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b243a86583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b243a86583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8253cb87f1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8253cb87f1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8cfc3a3635_0_1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8cfc3a3635_0_1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B13E02F-FC8E-B312-E338-EB5BA8AA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94c7e9268e_0_0:notes">
            <a:extLst>
              <a:ext uri="{FF2B5EF4-FFF2-40B4-BE49-F238E27FC236}">
                <a16:creationId xmlns:a16="http://schemas.microsoft.com/office/drawing/2014/main" id="{3B66D95F-9A34-4CC1-E461-2DF19914A7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94c7e9268e_0_0:notes">
            <a:extLst>
              <a:ext uri="{FF2B5EF4-FFF2-40B4-BE49-F238E27FC236}">
                <a16:creationId xmlns:a16="http://schemas.microsoft.com/office/drawing/2014/main" id="{B65B967C-E686-42FE-D4EE-0DA975FC14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0092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>
          <a:extLst>
            <a:ext uri="{FF2B5EF4-FFF2-40B4-BE49-F238E27FC236}">
              <a16:creationId xmlns:a16="http://schemas.microsoft.com/office/drawing/2014/main" id="{90E30DB6-666C-78DA-30C4-2E56BF76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8253cb87f1_1_341:notes">
            <a:extLst>
              <a:ext uri="{FF2B5EF4-FFF2-40B4-BE49-F238E27FC236}">
                <a16:creationId xmlns:a16="http://schemas.microsoft.com/office/drawing/2014/main" id="{061CDD50-6108-52E5-453E-6093F1A375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8253cb87f1_1_341:notes">
            <a:extLst>
              <a:ext uri="{FF2B5EF4-FFF2-40B4-BE49-F238E27FC236}">
                <a16:creationId xmlns:a16="http://schemas.microsoft.com/office/drawing/2014/main" id="{A4190EBC-7C51-606C-649B-E740BB820B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843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>
          <a:extLst>
            <a:ext uri="{FF2B5EF4-FFF2-40B4-BE49-F238E27FC236}">
              <a16:creationId xmlns:a16="http://schemas.microsoft.com/office/drawing/2014/main" id="{4E8D705E-4EBE-7879-65DE-0EA56959E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b243a86583_0_260:notes">
            <a:extLst>
              <a:ext uri="{FF2B5EF4-FFF2-40B4-BE49-F238E27FC236}">
                <a16:creationId xmlns:a16="http://schemas.microsoft.com/office/drawing/2014/main" id="{4EE39B01-EE35-A8B2-2DE4-B13752AA9C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b243a86583_0_260:notes">
            <a:extLst>
              <a:ext uri="{FF2B5EF4-FFF2-40B4-BE49-F238E27FC236}">
                <a16:creationId xmlns:a16="http://schemas.microsoft.com/office/drawing/2014/main" id="{887DDC5B-BDFD-7E22-A93B-550ECBE9BA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5407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4F7A3FD-F507-84CB-FF3A-2B81AC74E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94c7e9268e_0_0:notes">
            <a:extLst>
              <a:ext uri="{FF2B5EF4-FFF2-40B4-BE49-F238E27FC236}">
                <a16:creationId xmlns:a16="http://schemas.microsoft.com/office/drawing/2014/main" id="{7D4EB601-9143-6FEE-9927-6670CD260E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94c7e9268e_0_0:notes">
            <a:extLst>
              <a:ext uri="{FF2B5EF4-FFF2-40B4-BE49-F238E27FC236}">
                <a16:creationId xmlns:a16="http://schemas.microsoft.com/office/drawing/2014/main" id="{6DA27AAA-8D01-0B59-0660-BCAF8D6960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2868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>
          <a:extLst>
            <a:ext uri="{FF2B5EF4-FFF2-40B4-BE49-F238E27FC236}">
              <a16:creationId xmlns:a16="http://schemas.microsoft.com/office/drawing/2014/main" id="{1EA4F3B3-DDE2-38D2-448F-8B3942771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b243a86583_0_260:notes">
            <a:extLst>
              <a:ext uri="{FF2B5EF4-FFF2-40B4-BE49-F238E27FC236}">
                <a16:creationId xmlns:a16="http://schemas.microsoft.com/office/drawing/2014/main" id="{C8AB0731-3CD4-8D43-26D2-013CEC7032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b243a86583_0_260:notes">
            <a:extLst>
              <a:ext uri="{FF2B5EF4-FFF2-40B4-BE49-F238E27FC236}">
                <a16:creationId xmlns:a16="http://schemas.microsoft.com/office/drawing/2014/main" id="{3F67FEC4-B4C9-EC79-94D9-CF85FFDF2C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7147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3C5B0EB-78D0-9A10-BCEA-D258A24E1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94c7e9268e_0_0:notes">
            <a:extLst>
              <a:ext uri="{FF2B5EF4-FFF2-40B4-BE49-F238E27FC236}">
                <a16:creationId xmlns:a16="http://schemas.microsoft.com/office/drawing/2014/main" id="{972716E7-5E1B-324D-8652-BB2019C87C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94c7e9268e_0_0:notes">
            <a:extLst>
              <a:ext uri="{FF2B5EF4-FFF2-40B4-BE49-F238E27FC236}">
                <a16:creationId xmlns:a16="http://schemas.microsoft.com/office/drawing/2014/main" id="{3FA40912-A4C9-0BE8-36CD-69621EF85D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9431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>
          <a:extLst>
            <a:ext uri="{FF2B5EF4-FFF2-40B4-BE49-F238E27FC236}">
              <a16:creationId xmlns:a16="http://schemas.microsoft.com/office/drawing/2014/main" id="{D2888710-6DDC-2947-0201-5B03DE66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b243a86583_0_260:notes">
            <a:extLst>
              <a:ext uri="{FF2B5EF4-FFF2-40B4-BE49-F238E27FC236}">
                <a16:creationId xmlns:a16="http://schemas.microsoft.com/office/drawing/2014/main" id="{EA2E727C-AB4A-1547-73D4-5063183785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b243a86583_0_260:notes">
            <a:extLst>
              <a:ext uri="{FF2B5EF4-FFF2-40B4-BE49-F238E27FC236}">
                <a16:creationId xmlns:a16="http://schemas.microsoft.com/office/drawing/2014/main" id="{41BE96A2-6DE6-3E2E-4A6E-4DDF1E5840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30309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9AA3318F-049F-DE27-04F0-BF961BB10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94c7e9268e_0_0:notes">
            <a:extLst>
              <a:ext uri="{FF2B5EF4-FFF2-40B4-BE49-F238E27FC236}">
                <a16:creationId xmlns:a16="http://schemas.microsoft.com/office/drawing/2014/main" id="{253F5644-3EC7-5295-CF04-E4ABB7A26D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94c7e9268e_0_0:notes">
            <a:extLst>
              <a:ext uri="{FF2B5EF4-FFF2-40B4-BE49-F238E27FC236}">
                <a16:creationId xmlns:a16="http://schemas.microsoft.com/office/drawing/2014/main" id="{9F39AAE8-2BDE-E6E4-9C47-3ED51766C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11469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CB2896A5-81A3-F7B2-E36B-DCA81A4D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94c7e9268e_0_0:notes">
            <a:extLst>
              <a:ext uri="{FF2B5EF4-FFF2-40B4-BE49-F238E27FC236}">
                <a16:creationId xmlns:a16="http://schemas.microsoft.com/office/drawing/2014/main" id="{BC87A4C5-A8AD-628F-E1D1-7A5C096EEE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94c7e9268e_0_0:notes">
            <a:extLst>
              <a:ext uri="{FF2B5EF4-FFF2-40B4-BE49-F238E27FC236}">
                <a16:creationId xmlns:a16="http://schemas.microsoft.com/office/drawing/2014/main" id="{A2F3F034-3425-352D-BAFB-73CF24F7AE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92281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4896FB6C-1205-C27B-9785-ABAF4D640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94c7e9268e_0_0:notes">
            <a:extLst>
              <a:ext uri="{FF2B5EF4-FFF2-40B4-BE49-F238E27FC236}">
                <a16:creationId xmlns:a16="http://schemas.microsoft.com/office/drawing/2014/main" id="{5E42A944-3B03-026A-F12D-58176853DA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94c7e9268e_0_0:notes">
            <a:extLst>
              <a:ext uri="{FF2B5EF4-FFF2-40B4-BE49-F238E27FC236}">
                <a16:creationId xmlns:a16="http://schemas.microsoft.com/office/drawing/2014/main" id="{87D44255-292E-5947-E60A-E8B0D2818F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12587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>
          <a:extLst>
            <a:ext uri="{FF2B5EF4-FFF2-40B4-BE49-F238E27FC236}">
              <a16:creationId xmlns:a16="http://schemas.microsoft.com/office/drawing/2014/main" id="{2A88C570-4D87-BB55-F478-EBAFDC308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8cfc3a3635_0_1686:notes">
            <a:extLst>
              <a:ext uri="{FF2B5EF4-FFF2-40B4-BE49-F238E27FC236}">
                <a16:creationId xmlns:a16="http://schemas.microsoft.com/office/drawing/2014/main" id="{3D34D7F2-75B5-D300-209C-9BDAFF178C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8cfc3a3635_0_1686:notes">
            <a:extLst>
              <a:ext uri="{FF2B5EF4-FFF2-40B4-BE49-F238E27FC236}">
                <a16:creationId xmlns:a16="http://schemas.microsoft.com/office/drawing/2014/main" id="{0830E0AD-CE49-0F44-5FAB-FC17A30D5F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44232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>
          <a:extLst>
            <a:ext uri="{FF2B5EF4-FFF2-40B4-BE49-F238E27FC236}">
              <a16:creationId xmlns:a16="http://schemas.microsoft.com/office/drawing/2014/main" id="{5B687C1D-B06B-28F3-C1D5-5C7BE8BC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b243a86583_0_260:notes">
            <a:extLst>
              <a:ext uri="{FF2B5EF4-FFF2-40B4-BE49-F238E27FC236}">
                <a16:creationId xmlns:a16="http://schemas.microsoft.com/office/drawing/2014/main" id="{06966902-0B97-62F4-E8DB-B788661735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b243a86583_0_260:notes">
            <a:extLst>
              <a:ext uri="{FF2B5EF4-FFF2-40B4-BE49-F238E27FC236}">
                <a16:creationId xmlns:a16="http://schemas.microsoft.com/office/drawing/2014/main" id="{7F78A1F0-21F0-2FD5-8E6C-68E3FCE825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44167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E93F295E-754D-742F-6143-D645A3C42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94c7e9268e_0_0:notes">
            <a:extLst>
              <a:ext uri="{FF2B5EF4-FFF2-40B4-BE49-F238E27FC236}">
                <a16:creationId xmlns:a16="http://schemas.microsoft.com/office/drawing/2014/main" id="{49660F18-43FD-B953-7134-E7DEEB69D7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94c7e9268e_0_0:notes">
            <a:extLst>
              <a:ext uri="{FF2B5EF4-FFF2-40B4-BE49-F238E27FC236}">
                <a16:creationId xmlns:a16="http://schemas.microsoft.com/office/drawing/2014/main" id="{DD0A05E0-AE5C-6624-FF7A-23E7D2F7B7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0582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>
          <a:extLst>
            <a:ext uri="{FF2B5EF4-FFF2-40B4-BE49-F238E27FC236}">
              <a16:creationId xmlns:a16="http://schemas.microsoft.com/office/drawing/2014/main" id="{C0B971C1-457B-302D-E99F-3FFCA074C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b243a86583_0_260:notes">
            <a:extLst>
              <a:ext uri="{FF2B5EF4-FFF2-40B4-BE49-F238E27FC236}">
                <a16:creationId xmlns:a16="http://schemas.microsoft.com/office/drawing/2014/main" id="{DC16E6FF-5397-EE3B-EC0C-34F85970DC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b243a86583_0_260:notes">
            <a:extLst>
              <a:ext uri="{FF2B5EF4-FFF2-40B4-BE49-F238E27FC236}">
                <a16:creationId xmlns:a16="http://schemas.microsoft.com/office/drawing/2014/main" id="{9E2C998D-A617-4C67-C272-B683A09B07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80256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>
          <a:extLst>
            <a:ext uri="{FF2B5EF4-FFF2-40B4-BE49-F238E27FC236}">
              <a16:creationId xmlns:a16="http://schemas.microsoft.com/office/drawing/2014/main" id="{13E25682-7355-3019-BD64-729E55782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b243a86583_0_260:notes">
            <a:extLst>
              <a:ext uri="{FF2B5EF4-FFF2-40B4-BE49-F238E27FC236}">
                <a16:creationId xmlns:a16="http://schemas.microsoft.com/office/drawing/2014/main" id="{24A6853D-6C90-4CE1-00F5-25D5AC99B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b243a86583_0_260:notes">
            <a:extLst>
              <a:ext uri="{FF2B5EF4-FFF2-40B4-BE49-F238E27FC236}">
                <a16:creationId xmlns:a16="http://schemas.microsoft.com/office/drawing/2014/main" id="{07C6EFDE-F620-AB56-AE7C-121DA8A54A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19277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>
          <a:extLst>
            <a:ext uri="{FF2B5EF4-FFF2-40B4-BE49-F238E27FC236}">
              <a16:creationId xmlns:a16="http://schemas.microsoft.com/office/drawing/2014/main" id="{348DEB10-E103-823F-F5EA-F4B9FCF26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b243a86583_0_260:notes">
            <a:extLst>
              <a:ext uri="{FF2B5EF4-FFF2-40B4-BE49-F238E27FC236}">
                <a16:creationId xmlns:a16="http://schemas.microsoft.com/office/drawing/2014/main" id="{A749A297-BDBC-1058-7183-0B624352C3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b243a86583_0_260:notes">
            <a:extLst>
              <a:ext uri="{FF2B5EF4-FFF2-40B4-BE49-F238E27FC236}">
                <a16:creationId xmlns:a16="http://schemas.microsoft.com/office/drawing/2014/main" id="{F44C987F-F90F-5AB2-9CBF-037F8A855A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99432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>
          <a:extLst>
            <a:ext uri="{FF2B5EF4-FFF2-40B4-BE49-F238E27FC236}">
              <a16:creationId xmlns:a16="http://schemas.microsoft.com/office/drawing/2014/main" id="{ADA59003-DF8E-0551-A609-5CB6DF322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8253cb87f1_1_341:notes">
            <a:extLst>
              <a:ext uri="{FF2B5EF4-FFF2-40B4-BE49-F238E27FC236}">
                <a16:creationId xmlns:a16="http://schemas.microsoft.com/office/drawing/2014/main" id="{E3A6EA77-842E-C426-8223-B932D8021E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8253cb87f1_1_341:notes">
            <a:extLst>
              <a:ext uri="{FF2B5EF4-FFF2-40B4-BE49-F238E27FC236}">
                <a16:creationId xmlns:a16="http://schemas.microsoft.com/office/drawing/2014/main" id="{C7A107A1-90F9-DF58-29D9-1053933A72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1390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ED53AEDE-64CD-990F-E8CF-D97C09C67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94c7e9268e_0_0:notes">
            <a:extLst>
              <a:ext uri="{FF2B5EF4-FFF2-40B4-BE49-F238E27FC236}">
                <a16:creationId xmlns:a16="http://schemas.microsoft.com/office/drawing/2014/main" id="{36DF36B6-F1A4-45D5-A54F-DBE76BD349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94c7e9268e_0_0:notes">
            <a:extLst>
              <a:ext uri="{FF2B5EF4-FFF2-40B4-BE49-F238E27FC236}">
                <a16:creationId xmlns:a16="http://schemas.microsoft.com/office/drawing/2014/main" id="{568415E9-F486-7377-D91C-527A98ACA9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56366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Google Shape;2080;ga950a8c6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1" name="Google Shape;2081;ga950a8c6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b2322fe8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b2322fe8b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380946" y="-392654"/>
            <a:ext cx="834176" cy="3998744"/>
          </a:xfrm>
          <a:custGeom>
            <a:avLst/>
            <a:gdLst/>
            <a:ahLst/>
            <a:cxnLst/>
            <a:rect l="l" t="t" r="r" b="b"/>
            <a:pathLst>
              <a:path w="16966" h="81329" extrusionOk="0">
                <a:moveTo>
                  <a:pt x="8539" y="1"/>
                </a:moveTo>
                <a:cubicBezTo>
                  <a:pt x="7826" y="1"/>
                  <a:pt x="7110" y="352"/>
                  <a:pt x="6559" y="1047"/>
                </a:cubicBezTo>
                <a:cubicBezTo>
                  <a:pt x="5866" y="1923"/>
                  <a:pt x="5479" y="2961"/>
                  <a:pt x="5357" y="4041"/>
                </a:cubicBezTo>
                <a:cubicBezTo>
                  <a:pt x="5194" y="5649"/>
                  <a:pt x="5031" y="7279"/>
                  <a:pt x="5051" y="8888"/>
                </a:cubicBezTo>
                <a:cubicBezTo>
                  <a:pt x="5113" y="11576"/>
                  <a:pt x="5235" y="14284"/>
                  <a:pt x="5459" y="16973"/>
                </a:cubicBezTo>
                <a:cubicBezTo>
                  <a:pt x="5703" y="20007"/>
                  <a:pt x="6131" y="23042"/>
                  <a:pt x="6436" y="26076"/>
                </a:cubicBezTo>
                <a:cubicBezTo>
                  <a:pt x="6721" y="28866"/>
                  <a:pt x="7068" y="31656"/>
                  <a:pt x="7149" y="34446"/>
                </a:cubicBezTo>
                <a:cubicBezTo>
                  <a:pt x="7292" y="40454"/>
                  <a:pt x="7292" y="46462"/>
                  <a:pt x="7312" y="52470"/>
                </a:cubicBezTo>
                <a:cubicBezTo>
                  <a:pt x="7312" y="53203"/>
                  <a:pt x="7149" y="53977"/>
                  <a:pt x="6986" y="54710"/>
                </a:cubicBezTo>
                <a:cubicBezTo>
                  <a:pt x="6803" y="55484"/>
                  <a:pt x="6314" y="55973"/>
                  <a:pt x="5520" y="56237"/>
                </a:cubicBezTo>
                <a:cubicBezTo>
                  <a:pt x="2750" y="57154"/>
                  <a:pt x="1223" y="59211"/>
                  <a:pt x="530" y="61940"/>
                </a:cubicBezTo>
                <a:cubicBezTo>
                  <a:pt x="1" y="63956"/>
                  <a:pt x="21" y="65993"/>
                  <a:pt x="266" y="68049"/>
                </a:cubicBezTo>
                <a:cubicBezTo>
                  <a:pt x="673" y="71288"/>
                  <a:pt x="1569" y="74363"/>
                  <a:pt x="3198" y="77214"/>
                </a:cubicBezTo>
                <a:cubicBezTo>
                  <a:pt x="3911" y="78436"/>
                  <a:pt x="4766" y="79536"/>
                  <a:pt x="5927" y="80391"/>
                </a:cubicBezTo>
                <a:cubicBezTo>
                  <a:pt x="6746" y="80992"/>
                  <a:pt x="7613" y="81328"/>
                  <a:pt x="8524" y="81328"/>
                </a:cubicBezTo>
                <a:cubicBezTo>
                  <a:pt x="9062" y="81328"/>
                  <a:pt x="9616" y="81211"/>
                  <a:pt x="10184" y="80961"/>
                </a:cubicBezTo>
                <a:cubicBezTo>
                  <a:pt x="11080" y="80554"/>
                  <a:pt x="11792" y="79923"/>
                  <a:pt x="12424" y="79189"/>
                </a:cubicBezTo>
                <a:cubicBezTo>
                  <a:pt x="14888" y="76318"/>
                  <a:pt x="15967" y="72856"/>
                  <a:pt x="16619" y="69231"/>
                </a:cubicBezTo>
                <a:cubicBezTo>
                  <a:pt x="16843" y="68029"/>
                  <a:pt x="16904" y="66807"/>
                  <a:pt x="16965" y="66115"/>
                </a:cubicBezTo>
                <a:cubicBezTo>
                  <a:pt x="16945" y="63488"/>
                  <a:pt x="16680" y="61451"/>
                  <a:pt x="15621" y="59577"/>
                </a:cubicBezTo>
                <a:cubicBezTo>
                  <a:pt x="14684" y="57948"/>
                  <a:pt x="13340" y="56808"/>
                  <a:pt x="11548" y="56237"/>
                </a:cubicBezTo>
                <a:cubicBezTo>
                  <a:pt x="10733" y="55993"/>
                  <a:pt x="10265" y="55464"/>
                  <a:pt x="10082" y="54710"/>
                </a:cubicBezTo>
                <a:cubicBezTo>
                  <a:pt x="9919" y="54058"/>
                  <a:pt x="9776" y="53386"/>
                  <a:pt x="9776" y="52714"/>
                </a:cubicBezTo>
                <a:cubicBezTo>
                  <a:pt x="9736" y="47684"/>
                  <a:pt x="9715" y="42654"/>
                  <a:pt x="9776" y="37623"/>
                </a:cubicBezTo>
                <a:cubicBezTo>
                  <a:pt x="9817" y="33896"/>
                  <a:pt x="10143" y="30170"/>
                  <a:pt x="10591" y="26463"/>
                </a:cubicBezTo>
                <a:cubicBezTo>
                  <a:pt x="10957" y="23306"/>
                  <a:pt x="11365" y="20170"/>
                  <a:pt x="11609" y="16993"/>
                </a:cubicBezTo>
                <a:cubicBezTo>
                  <a:pt x="11833" y="13979"/>
                  <a:pt x="11915" y="10965"/>
                  <a:pt x="11996" y="7930"/>
                </a:cubicBezTo>
                <a:cubicBezTo>
                  <a:pt x="12057" y="6179"/>
                  <a:pt x="11976" y="4387"/>
                  <a:pt x="11365" y="2717"/>
                </a:cubicBezTo>
                <a:cubicBezTo>
                  <a:pt x="11161" y="2126"/>
                  <a:pt x="10876" y="1536"/>
                  <a:pt x="10489" y="1047"/>
                </a:cubicBezTo>
                <a:cubicBezTo>
                  <a:pt x="9951" y="347"/>
                  <a:pt x="9247" y="1"/>
                  <a:pt x="853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440151" y="-2992435"/>
            <a:ext cx="536762" cy="5109536"/>
          </a:xfrm>
          <a:custGeom>
            <a:avLst/>
            <a:gdLst/>
            <a:ahLst/>
            <a:cxnLst/>
            <a:rect l="l" t="t" r="r" b="b"/>
            <a:pathLst>
              <a:path w="10917" h="103921" extrusionOk="0">
                <a:moveTo>
                  <a:pt x="3034" y="1"/>
                </a:moveTo>
                <a:cubicBezTo>
                  <a:pt x="2758" y="1"/>
                  <a:pt x="2472" y="34"/>
                  <a:pt x="2180" y="97"/>
                </a:cubicBezTo>
                <a:cubicBezTo>
                  <a:pt x="1223" y="321"/>
                  <a:pt x="571" y="891"/>
                  <a:pt x="449" y="1848"/>
                </a:cubicBezTo>
                <a:cubicBezTo>
                  <a:pt x="326" y="2765"/>
                  <a:pt x="306" y="3701"/>
                  <a:pt x="306" y="4618"/>
                </a:cubicBezTo>
                <a:cubicBezTo>
                  <a:pt x="286" y="13090"/>
                  <a:pt x="286" y="21562"/>
                  <a:pt x="286" y="28120"/>
                </a:cubicBezTo>
                <a:cubicBezTo>
                  <a:pt x="347" y="38262"/>
                  <a:pt x="388" y="46489"/>
                  <a:pt x="449" y="54717"/>
                </a:cubicBezTo>
                <a:cubicBezTo>
                  <a:pt x="449" y="55837"/>
                  <a:pt x="550" y="56937"/>
                  <a:pt x="612" y="58057"/>
                </a:cubicBezTo>
                <a:cubicBezTo>
                  <a:pt x="632" y="58607"/>
                  <a:pt x="876" y="58994"/>
                  <a:pt x="1385" y="59279"/>
                </a:cubicBezTo>
                <a:cubicBezTo>
                  <a:pt x="1569" y="59381"/>
                  <a:pt x="1732" y="59625"/>
                  <a:pt x="1772" y="59829"/>
                </a:cubicBezTo>
                <a:cubicBezTo>
                  <a:pt x="1874" y="60236"/>
                  <a:pt x="1895" y="60643"/>
                  <a:pt x="1895" y="61071"/>
                </a:cubicBezTo>
                <a:cubicBezTo>
                  <a:pt x="1874" y="65083"/>
                  <a:pt x="1874" y="69075"/>
                  <a:pt x="1813" y="73087"/>
                </a:cubicBezTo>
                <a:cubicBezTo>
                  <a:pt x="1752" y="76651"/>
                  <a:pt x="1426" y="80194"/>
                  <a:pt x="937" y="83738"/>
                </a:cubicBezTo>
                <a:cubicBezTo>
                  <a:pt x="326" y="88178"/>
                  <a:pt x="1" y="92658"/>
                  <a:pt x="184" y="97159"/>
                </a:cubicBezTo>
                <a:cubicBezTo>
                  <a:pt x="245" y="98788"/>
                  <a:pt x="510" y="100417"/>
                  <a:pt x="1304" y="101884"/>
                </a:cubicBezTo>
                <a:cubicBezTo>
                  <a:pt x="1968" y="103091"/>
                  <a:pt x="2910" y="103921"/>
                  <a:pt x="4367" y="103921"/>
                </a:cubicBezTo>
                <a:cubicBezTo>
                  <a:pt x="4384" y="103921"/>
                  <a:pt x="4402" y="103920"/>
                  <a:pt x="4420" y="103920"/>
                </a:cubicBezTo>
                <a:cubicBezTo>
                  <a:pt x="5479" y="103900"/>
                  <a:pt x="6294" y="103391"/>
                  <a:pt x="6925" y="102576"/>
                </a:cubicBezTo>
                <a:cubicBezTo>
                  <a:pt x="7740" y="101517"/>
                  <a:pt x="8167" y="100295"/>
                  <a:pt x="8269" y="99032"/>
                </a:cubicBezTo>
                <a:cubicBezTo>
                  <a:pt x="8432" y="97200"/>
                  <a:pt x="8575" y="95367"/>
                  <a:pt x="8513" y="93554"/>
                </a:cubicBezTo>
                <a:cubicBezTo>
                  <a:pt x="8432" y="90703"/>
                  <a:pt x="8249" y="87852"/>
                  <a:pt x="8004" y="85001"/>
                </a:cubicBezTo>
                <a:cubicBezTo>
                  <a:pt x="7801" y="82659"/>
                  <a:pt x="7353" y="80317"/>
                  <a:pt x="7169" y="77934"/>
                </a:cubicBezTo>
                <a:cubicBezTo>
                  <a:pt x="6966" y="75266"/>
                  <a:pt x="6884" y="72557"/>
                  <a:pt x="6843" y="69869"/>
                </a:cubicBezTo>
                <a:cubicBezTo>
                  <a:pt x="6782" y="66957"/>
                  <a:pt x="6803" y="64045"/>
                  <a:pt x="6803" y="61132"/>
                </a:cubicBezTo>
                <a:cubicBezTo>
                  <a:pt x="6803" y="60908"/>
                  <a:pt x="6803" y="60705"/>
                  <a:pt x="6823" y="60481"/>
                </a:cubicBezTo>
                <a:cubicBezTo>
                  <a:pt x="6843" y="59666"/>
                  <a:pt x="6864" y="59666"/>
                  <a:pt x="7597" y="59401"/>
                </a:cubicBezTo>
                <a:cubicBezTo>
                  <a:pt x="8493" y="59075"/>
                  <a:pt x="9002" y="58403"/>
                  <a:pt x="9348" y="57548"/>
                </a:cubicBezTo>
                <a:cubicBezTo>
                  <a:pt x="10183" y="55532"/>
                  <a:pt x="10306" y="53414"/>
                  <a:pt x="10428" y="51296"/>
                </a:cubicBezTo>
                <a:cubicBezTo>
                  <a:pt x="10917" y="42905"/>
                  <a:pt x="10652" y="34515"/>
                  <a:pt x="10530" y="26144"/>
                </a:cubicBezTo>
                <a:cubicBezTo>
                  <a:pt x="10469" y="22845"/>
                  <a:pt x="10306" y="19546"/>
                  <a:pt x="10020" y="16247"/>
                </a:cubicBezTo>
                <a:cubicBezTo>
                  <a:pt x="9796" y="13864"/>
                  <a:pt x="9308" y="11501"/>
                  <a:pt x="8880" y="9139"/>
                </a:cubicBezTo>
                <a:cubicBezTo>
                  <a:pt x="8493" y="7123"/>
                  <a:pt x="7882" y="5168"/>
                  <a:pt x="6884" y="3355"/>
                </a:cubicBezTo>
                <a:cubicBezTo>
                  <a:pt x="6416" y="2500"/>
                  <a:pt x="5805" y="1685"/>
                  <a:pt x="5133" y="932"/>
                </a:cubicBezTo>
                <a:cubicBezTo>
                  <a:pt x="4557" y="280"/>
                  <a:pt x="3835" y="1"/>
                  <a:pt x="303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123038" y="-1241875"/>
            <a:ext cx="679987" cy="4487469"/>
          </a:xfrm>
          <a:custGeom>
            <a:avLst/>
            <a:gdLst/>
            <a:ahLst/>
            <a:cxnLst/>
            <a:rect l="l" t="t" r="r" b="b"/>
            <a:pathLst>
              <a:path w="13830" h="91269" extrusionOk="0">
                <a:moveTo>
                  <a:pt x="1744" y="1"/>
                </a:moveTo>
                <a:cubicBezTo>
                  <a:pt x="1499" y="1"/>
                  <a:pt x="1283" y="115"/>
                  <a:pt x="1121" y="336"/>
                </a:cubicBezTo>
                <a:cubicBezTo>
                  <a:pt x="999" y="499"/>
                  <a:pt x="938" y="723"/>
                  <a:pt x="938" y="927"/>
                </a:cubicBezTo>
                <a:cubicBezTo>
                  <a:pt x="836" y="2923"/>
                  <a:pt x="754" y="4939"/>
                  <a:pt x="673" y="6935"/>
                </a:cubicBezTo>
                <a:cubicBezTo>
                  <a:pt x="490" y="11191"/>
                  <a:pt x="286" y="15447"/>
                  <a:pt x="164" y="19704"/>
                </a:cubicBezTo>
                <a:cubicBezTo>
                  <a:pt x="82" y="21822"/>
                  <a:pt x="1" y="23960"/>
                  <a:pt x="653" y="26017"/>
                </a:cubicBezTo>
                <a:cubicBezTo>
                  <a:pt x="1345" y="28176"/>
                  <a:pt x="2506" y="29968"/>
                  <a:pt x="4502" y="31149"/>
                </a:cubicBezTo>
                <a:cubicBezTo>
                  <a:pt x="4868" y="31353"/>
                  <a:pt x="5113" y="31882"/>
                  <a:pt x="5276" y="32310"/>
                </a:cubicBezTo>
                <a:cubicBezTo>
                  <a:pt x="5703" y="33389"/>
                  <a:pt x="5683" y="34550"/>
                  <a:pt x="5683" y="35691"/>
                </a:cubicBezTo>
                <a:cubicBezTo>
                  <a:pt x="5703" y="38664"/>
                  <a:pt x="5724" y="41658"/>
                  <a:pt x="5703" y="44651"/>
                </a:cubicBezTo>
                <a:cubicBezTo>
                  <a:pt x="5663" y="47727"/>
                  <a:pt x="5724" y="50822"/>
                  <a:pt x="5540" y="53897"/>
                </a:cubicBezTo>
                <a:cubicBezTo>
                  <a:pt x="5296" y="57747"/>
                  <a:pt x="4848" y="61596"/>
                  <a:pt x="4481" y="65445"/>
                </a:cubicBezTo>
                <a:cubicBezTo>
                  <a:pt x="4135" y="69151"/>
                  <a:pt x="3707" y="72858"/>
                  <a:pt x="3443" y="76585"/>
                </a:cubicBezTo>
                <a:cubicBezTo>
                  <a:pt x="3280" y="79090"/>
                  <a:pt x="3280" y="81635"/>
                  <a:pt x="3280" y="84161"/>
                </a:cubicBezTo>
                <a:cubicBezTo>
                  <a:pt x="3300" y="85871"/>
                  <a:pt x="3524" y="87582"/>
                  <a:pt x="4278" y="89150"/>
                </a:cubicBezTo>
                <a:cubicBezTo>
                  <a:pt x="4522" y="89639"/>
                  <a:pt x="4828" y="90128"/>
                  <a:pt x="5215" y="90515"/>
                </a:cubicBezTo>
                <a:cubicBezTo>
                  <a:pt x="5729" y="91019"/>
                  <a:pt x="6353" y="91268"/>
                  <a:pt x="6980" y="91268"/>
                </a:cubicBezTo>
                <a:cubicBezTo>
                  <a:pt x="7620" y="91268"/>
                  <a:pt x="8264" y="91009"/>
                  <a:pt x="8799" y="90494"/>
                </a:cubicBezTo>
                <a:cubicBezTo>
                  <a:pt x="9451" y="89863"/>
                  <a:pt x="9899" y="89069"/>
                  <a:pt x="10082" y="88193"/>
                </a:cubicBezTo>
                <a:cubicBezTo>
                  <a:pt x="10367" y="86828"/>
                  <a:pt x="10652" y="85423"/>
                  <a:pt x="10693" y="84038"/>
                </a:cubicBezTo>
                <a:cubicBezTo>
                  <a:pt x="10835" y="79762"/>
                  <a:pt x="10571" y="75485"/>
                  <a:pt x="10143" y="71208"/>
                </a:cubicBezTo>
                <a:cubicBezTo>
                  <a:pt x="9593" y="65893"/>
                  <a:pt x="8982" y="60577"/>
                  <a:pt x="8534" y="55242"/>
                </a:cubicBezTo>
                <a:cubicBezTo>
                  <a:pt x="8290" y="52350"/>
                  <a:pt x="8330" y="49417"/>
                  <a:pt x="8310" y="46505"/>
                </a:cubicBezTo>
                <a:cubicBezTo>
                  <a:pt x="8269" y="43022"/>
                  <a:pt x="8310" y="39519"/>
                  <a:pt x="8290" y="36016"/>
                </a:cubicBezTo>
                <a:cubicBezTo>
                  <a:pt x="8290" y="34754"/>
                  <a:pt x="8310" y="33512"/>
                  <a:pt x="8697" y="32290"/>
                </a:cubicBezTo>
                <a:cubicBezTo>
                  <a:pt x="8901" y="31699"/>
                  <a:pt x="9227" y="31271"/>
                  <a:pt x="9776" y="30925"/>
                </a:cubicBezTo>
                <a:cubicBezTo>
                  <a:pt x="11752" y="29724"/>
                  <a:pt x="12852" y="27870"/>
                  <a:pt x="13402" y="25691"/>
                </a:cubicBezTo>
                <a:cubicBezTo>
                  <a:pt x="13666" y="24632"/>
                  <a:pt x="13829" y="23512"/>
                  <a:pt x="13809" y="22412"/>
                </a:cubicBezTo>
                <a:cubicBezTo>
                  <a:pt x="13748" y="18502"/>
                  <a:pt x="13585" y="14612"/>
                  <a:pt x="13463" y="10702"/>
                </a:cubicBezTo>
                <a:cubicBezTo>
                  <a:pt x="13361" y="8177"/>
                  <a:pt x="13259" y="5651"/>
                  <a:pt x="13157" y="3126"/>
                </a:cubicBezTo>
                <a:cubicBezTo>
                  <a:pt x="13116" y="2413"/>
                  <a:pt x="13096" y="1680"/>
                  <a:pt x="13055" y="967"/>
                </a:cubicBezTo>
                <a:cubicBezTo>
                  <a:pt x="13035" y="377"/>
                  <a:pt x="12689" y="10"/>
                  <a:pt x="12200" y="10"/>
                </a:cubicBezTo>
                <a:cubicBezTo>
                  <a:pt x="11711" y="10"/>
                  <a:pt x="11406" y="377"/>
                  <a:pt x="11406" y="988"/>
                </a:cubicBezTo>
                <a:cubicBezTo>
                  <a:pt x="11406" y="7138"/>
                  <a:pt x="11283" y="13248"/>
                  <a:pt x="11283" y="19398"/>
                </a:cubicBezTo>
                <a:cubicBezTo>
                  <a:pt x="11283" y="19541"/>
                  <a:pt x="11283" y="19704"/>
                  <a:pt x="11263" y="19867"/>
                </a:cubicBezTo>
                <a:cubicBezTo>
                  <a:pt x="11182" y="20213"/>
                  <a:pt x="10958" y="20437"/>
                  <a:pt x="10571" y="20437"/>
                </a:cubicBezTo>
                <a:cubicBezTo>
                  <a:pt x="10204" y="20416"/>
                  <a:pt x="10021" y="20192"/>
                  <a:pt x="9980" y="19846"/>
                </a:cubicBezTo>
                <a:cubicBezTo>
                  <a:pt x="9939" y="19683"/>
                  <a:pt x="9939" y="19520"/>
                  <a:pt x="9939" y="19337"/>
                </a:cubicBezTo>
                <a:cubicBezTo>
                  <a:pt x="9797" y="13289"/>
                  <a:pt x="9654" y="7220"/>
                  <a:pt x="9512" y="1171"/>
                </a:cubicBezTo>
                <a:cubicBezTo>
                  <a:pt x="9512" y="1049"/>
                  <a:pt x="9512" y="927"/>
                  <a:pt x="9512" y="804"/>
                </a:cubicBezTo>
                <a:cubicBezTo>
                  <a:pt x="9452" y="330"/>
                  <a:pt x="9086" y="9"/>
                  <a:pt x="8674" y="9"/>
                </a:cubicBezTo>
                <a:cubicBezTo>
                  <a:pt x="8661" y="9"/>
                  <a:pt x="8649" y="10"/>
                  <a:pt x="8636" y="10"/>
                </a:cubicBezTo>
                <a:cubicBezTo>
                  <a:pt x="8208" y="31"/>
                  <a:pt x="7862" y="356"/>
                  <a:pt x="7842" y="825"/>
                </a:cubicBezTo>
                <a:cubicBezTo>
                  <a:pt x="7821" y="1578"/>
                  <a:pt x="7821" y="2332"/>
                  <a:pt x="7821" y="3106"/>
                </a:cubicBezTo>
                <a:cubicBezTo>
                  <a:pt x="7801" y="7260"/>
                  <a:pt x="7801" y="11435"/>
                  <a:pt x="7781" y="15610"/>
                </a:cubicBezTo>
                <a:cubicBezTo>
                  <a:pt x="7760" y="16914"/>
                  <a:pt x="7781" y="18237"/>
                  <a:pt x="7760" y="19541"/>
                </a:cubicBezTo>
                <a:cubicBezTo>
                  <a:pt x="7760" y="20152"/>
                  <a:pt x="7516" y="20437"/>
                  <a:pt x="7007" y="20437"/>
                </a:cubicBezTo>
                <a:cubicBezTo>
                  <a:pt x="6991" y="20438"/>
                  <a:pt x="6975" y="20438"/>
                  <a:pt x="6960" y="20438"/>
                </a:cubicBezTo>
                <a:cubicBezTo>
                  <a:pt x="6481" y="20438"/>
                  <a:pt x="6232" y="20133"/>
                  <a:pt x="6212" y="19541"/>
                </a:cubicBezTo>
                <a:cubicBezTo>
                  <a:pt x="6212" y="15834"/>
                  <a:pt x="6192" y="12128"/>
                  <a:pt x="6192" y="8421"/>
                </a:cubicBezTo>
                <a:cubicBezTo>
                  <a:pt x="6172" y="5937"/>
                  <a:pt x="6151" y="3472"/>
                  <a:pt x="6131" y="988"/>
                </a:cubicBezTo>
                <a:cubicBezTo>
                  <a:pt x="6131" y="377"/>
                  <a:pt x="5805" y="10"/>
                  <a:pt x="5316" y="10"/>
                </a:cubicBezTo>
                <a:cubicBezTo>
                  <a:pt x="4828" y="10"/>
                  <a:pt x="4481" y="377"/>
                  <a:pt x="4481" y="967"/>
                </a:cubicBezTo>
                <a:cubicBezTo>
                  <a:pt x="4441" y="2841"/>
                  <a:pt x="4420" y="4735"/>
                  <a:pt x="4380" y="6609"/>
                </a:cubicBezTo>
                <a:cubicBezTo>
                  <a:pt x="4318" y="9338"/>
                  <a:pt x="4217" y="12067"/>
                  <a:pt x="4156" y="14796"/>
                </a:cubicBezTo>
                <a:cubicBezTo>
                  <a:pt x="4115" y="16343"/>
                  <a:pt x="4074" y="17871"/>
                  <a:pt x="4033" y="19419"/>
                </a:cubicBezTo>
                <a:cubicBezTo>
                  <a:pt x="4033" y="19541"/>
                  <a:pt x="4033" y="19663"/>
                  <a:pt x="4013" y="19785"/>
                </a:cubicBezTo>
                <a:cubicBezTo>
                  <a:pt x="3972" y="20172"/>
                  <a:pt x="3748" y="20396"/>
                  <a:pt x="3341" y="20416"/>
                </a:cubicBezTo>
                <a:cubicBezTo>
                  <a:pt x="2934" y="20416"/>
                  <a:pt x="2730" y="20152"/>
                  <a:pt x="2710" y="19765"/>
                </a:cubicBezTo>
                <a:cubicBezTo>
                  <a:pt x="2689" y="19235"/>
                  <a:pt x="2710" y="18706"/>
                  <a:pt x="2710" y="18197"/>
                </a:cubicBezTo>
                <a:cubicBezTo>
                  <a:pt x="2648" y="13614"/>
                  <a:pt x="2608" y="9032"/>
                  <a:pt x="2567" y="4450"/>
                </a:cubicBezTo>
                <a:cubicBezTo>
                  <a:pt x="2547" y="3269"/>
                  <a:pt x="2567" y="2108"/>
                  <a:pt x="2587" y="927"/>
                </a:cubicBezTo>
                <a:cubicBezTo>
                  <a:pt x="2587" y="519"/>
                  <a:pt x="2424" y="214"/>
                  <a:pt x="2038" y="51"/>
                </a:cubicBezTo>
                <a:cubicBezTo>
                  <a:pt x="1936" y="17"/>
                  <a:pt x="1838" y="1"/>
                  <a:pt x="174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71535" y="4481714"/>
            <a:ext cx="388571" cy="2572886"/>
          </a:xfrm>
          <a:custGeom>
            <a:avLst/>
            <a:gdLst/>
            <a:ahLst/>
            <a:cxnLst/>
            <a:rect l="l" t="t" r="r" b="b"/>
            <a:pathLst>
              <a:path w="7903" h="52329" extrusionOk="0">
                <a:moveTo>
                  <a:pt x="2034" y="0"/>
                </a:moveTo>
                <a:cubicBezTo>
                  <a:pt x="1831" y="0"/>
                  <a:pt x="1621" y="25"/>
                  <a:pt x="1406" y="71"/>
                </a:cubicBezTo>
                <a:cubicBezTo>
                  <a:pt x="693" y="234"/>
                  <a:pt x="225" y="661"/>
                  <a:pt x="123" y="1374"/>
                </a:cubicBezTo>
                <a:cubicBezTo>
                  <a:pt x="41" y="2046"/>
                  <a:pt x="21" y="2739"/>
                  <a:pt x="21" y="3431"/>
                </a:cubicBezTo>
                <a:cubicBezTo>
                  <a:pt x="1" y="9704"/>
                  <a:pt x="1" y="15997"/>
                  <a:pt x="1" y="20864"/>
                </a:cubicBezTo>
                <a:cubicBezTo>
                  <a:pt x="41" y="28399"/>
                  <a:pt x="82" y="34509"/>
                  <a:pt x="123" y="40618"/>
                </a:cubicBezTo>
                <a:cubicBezTo>
                  <a:pt x="123" y="41433"/>
                  <a:pt x="204" y="42268"/>
                  <a:pt x="245" y="43083"/>
                </a:cubicBezTo>
                <a:cubicBezTo>
                  <a:pt x="266" y="43490"/>
                  <a:pt x="449" y="43775"/>
                  <a:pt x="815" y="43979"/>
                </a:cubicBezTo>
                <a:cubicBezTo>
                  <a:pt x="958" y="44060"/>
                  <a:pt x="1080" y="44244"/>
                  <a:pt x="1121" y="44406"/>
                </a:cubicBezTo>
                <a:cubicBezTo>
                  <a:pt x="1182" y="44692"/>
                  <a:pt x="1202" y="45017"/>
                  <a:pt x="1202" y="45323"/>
                </a:cubicBezTo>
                <a:cubicBezTo>
                  <a:pt x="1182" y="47665"/>
                  <a:pt x="1182" y="49987"/>
                  <a:pt x="1162" y="52329"/>
                </a:cubicBezTo>
                <a:lnTo>
                  <a:pt x="4868" y="52329"/>
                </a:lnTo>
                <a:cubicBezTo>
                  <a:pt x="4868" y="52166"/>
                  <a:pt x="4868" y="52003"/>
                  <a:pt x="4868" y="51860"/>
                </a:cubicBezTo>
                <a:cubicBezTo>
                  <a:pt x="4827" y="49701"/>
                  <a:pt x="4848" y="47522"/>
                  <a:pt x="4848" y="45364"/>
                </a:cubicBezTo>
                <a:cubicBezTo>
                  <a:pt x="4848" y="45201"/>
                  <a:pt x="4848" y="45058"/>
                  <a:pt x="4848" y="44895"/>
                </a:cubicBezTo>
                <a:cubicBezTo>
                  <a:pt x="4868" y="44284"/>
                  <a:pt x="4889" y="44284"/>
                  <a:pt x="5438" y="44081"/>
                </a:cubicBezTo>
                <a:cubicBezTo>
                  <a:pt x="6090" y="43836"/>
                  <a:pt x="6477" y="43327"/>
                  <a:pt x="6742" y="42716"/>
                </a:cubicBezTo>
                <a:cubicBezTo>
                  <a:pt x="7353" y="41229"/>
                  <a:pt x="7455" y="39641"/>
                  <a:pt x="7536" y="38073"/>
                </a:cubicBezTo>
                <a:cubicBezTo>
                  <a:pt x="7903" y="31841"/>
                  <a:pt x="7699" y="25629"/>
                  <a:pt x="7597" y="19398"/>
                </a:cubicBezTo>
                <a:cubicBezTo>
                  <a:pt x="7556" y="16954"/>
                  <a:pt x="7455" y="14489"/>
                  <a:pt x="7231" y="12066"/>
                </a:cubicBezTo>
                <a:cubicBezTo>
                  <a:pt x="7068" y="10294"/>
                  <a:pt x="6701" y="8543"/>
                  <a:pt x="6375" y="6791"/>
                </a:cubicBezTo>
                <a:cubicBezTo>
                  <a:pt x="6090" y="5284"/>
                  <a:pt x="5642" y="3838"/>
                  <a:pt x="4909" y="2494"/>
                </a:cubicBezTo>
                <a:cubicBezTo>
                  <a:pt x="4542" y="1842"/>
                  <a:pt x="4094" y="1252"/>
                  <a:pt x="3605" y="702"/>
                </a:cubicBezTo>
                <a:cubicBezTo>
                  <a:pt x="3179" y="214"/>
                  <a:pt x="2638" y="0"/>
                  <a:pt x="203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1141083" y="3548072"/>
            <a:ext cx="633867" cy="3506528"/>
          </a:xfrm>
          <a:custGeom>
            <a:avLst/>
            <a:gdLst/>
            <a:ahLst/>
            <a:cxnLst/>
            <a:rect l="l" t="t" r="r" b="b"/>
            <a:pathLst>
              <a:path w="12892" h="71318" extrusionOk="0">
                <a:moveTo>
                  <a:pt x="6372" y="0"/>
                </a:moveTo>
                <a:cubicBezTo>
                  <a:pt x="5775" y="0"/>
                  <a:pt x="5176" y="239"/>
                  <a:pt x="4685" y="710"/>
                </a:cubicBezTo>
                <a:cubicBezTo>
                  <a:pt x="4074" y="1301"/>
                  <a:pt x="3666" y="2034"/>
                  <a:pt x="3483" y="2869"/>
                </a:cubicBezTo>
                <a:cubicBezTo>
                  <a:pt x="3239" y="4132"/>
                  <a:pt x="2954" y="5435"/>
                  <a:pt x="2913" y="6718"/>
                </a:cubicBezTo>
                <a:cubicBezTo>
                  <a:pt x="2791" y="10710"/>
                  <a:pt x="3035" y="14701"/>
                  <a:pt x="3442" y="18673"/>
                </a:cubicBezTo>
                <a:cubicBezTo>
                  <a:pt x="3951" y="23642"/>
                  <a:pt x="4522" y="28591"/>
                  <a:pt x="4929" y="33560"/>
                </a:cubicBezTo>
                <a:cubicBezTo>
                  <a:pt x="5153" y="36248"/>
                  <a:pt x="5112" y="38977"/>
                  <a:pt x="5153" y="41686"/>
                </a:cubicBezTo>
                <a:cubicBezTo>
                  <a:pt x="5173" y="44944"/>
                  <a:pt x="5133" y="48203"/>
                  <a:pt x="5153" y="51461"/>
                </a:cubicBezTo>
                <a:cubicBezTo>
                  <a:pt x="5173" y="52642"/>
                  <a:pt x="5153" y="53803"/>
                  <a:pt x="4766" y="54944"/>
                </a:cubicBezTo>
                <a:cubicBezTo>
                  <a:pt x="4583" y="55473"/>
                  <a:pt x="4277" y="55901"/>
                  <a:pt x="3768" y="56206"/>
                </a:cubicBezTo>
                <a:cubicBezTo>
                  <a:pt x="1935" y="57327"/>
                  <a:pt x="917" y="59058"/>
                  <a:pt x="408" y="61074"/>
                </a:cubicBezTo>
                <a:cubicBezTo>
                  <a:pt x="143" y="62072"/>
                  <a:pt x="1" y="63131"/>
                  <a:pt x="21" y="64149"/>
                </a:cubicBezTo>
                <a:cubicBezTo>
                  <a:pt x="62" y="66532"/>
                  <a:pt x="143" y="68914"/>
                  <a:pt x="225" y="71318"/>
                </a:cubicBezTo>
                <a:lnTo>
                  <a:pt x="2363" y="71318"/>
                </a:lnTo>
                <a:cubicBezTo>
                  <a:pt x="2363" y="69851"/>
                  <a:pt x="2363" y="68365"/>
                  <a:pt x="2363" y="66898"/>
                </a:cubicBezTo>
                <a:cubicBezTo>
                  <a:pt x="2363" y="66756"/>
                  <a:pt x="2363" y="66634"/>
                  <a:pt x="2404" y="66491"/>
                </a:cubicBezTo>
                <a:cubicBezTo>
                  <a:pt x="2465" y="66165"/>
                  <a:pt x="2668" y="65961"/>
                  <a:pt x="3035" y="65961"/>
                </a:cubicBezTo>
                <a:cubicBezTo>
                  <a:pt x="3361" y="65982"/>
                  <a:pt x="3544" y="66206"/>
                  <a:pt x="3585" y="66511"/>
                </a:cubicBezTo>
                <a:cubicBezTo>
                  <a:pt x="3605" y="66674"/>
                  <a:pt x="3626" y="66837"/>
                  <a:pt x="3626" y="67000"/>
                </a:cubicBezTo>
                <a:cubicBezTo>
                  <a:pt x="3666" y="68426"/>
                  <a:pt x="3687" y="69872"/>
                  <a:pt x="3727" y="71318"/>
                </a:cubicBezTo>
                <a:lnTo>
                  <a:pt x="5642" y="71318"/>
                </a:lnTo>
                <a:cubicBezTo>
                  <a:pt x="5642" y="71032"/>
                  <a:pt x="5642" y="70747"/>
                  <a:pt x="5642" y="70483"/>
                </a:cubicBezTo>
                <a:cubicBezTo>
                  <a:pt x="5642" y="69261"/>
                  <a:pt x="5642" y="68039"/>
                  <a:pt x="5642" y="66817"/>
                </a:cubicBezTo>
                <a:cubicBezTo>
                  <a:pt x="5662" y="66247"/>
                  <a:pt x="5886" y="65982"/>
                  <a:pt x="6355" y="65982"/>
                </a:cubicBezTo>
                <a:cubicBezTo>
                  <a:pt x="6371" y="65981"/>
                  <a:pt x="6387" y="65981"/>
                  <a:pt x="6403" y="65981"/>
                </a:cubicBezTo>
                <a:cubicBezTo>
                  <a:pt x="6859" y="65981"/>
                  <a:pt x="7088" y="66266"/>
                  <a:pt x="7088" y="66817"/>
                </a:cubicBezTo>
                <a:cubicBezTo>
                  <a:pt x="7088" y="68324"/>
                  <a:pt x="7088" y="69811"/>
                  <a:pt x="7108" y="71318"/>
                </a:cubicBezTo>
                <a:lnTo>
                  <a:pt x="9022" y="71318"/>
                </a:lnTo>
                <a:cubicBezTo>
                  <a:pt x="9022" y="71297"/>
                  <a:pt x="9022" y="71257"/>
                  <a:pt x="9022" y="71236"/>
                </a:cubicBezTo>
                <a:cubicBezTo>
                  <a:pt x="9063" y="69811"/>
                  <a:pt x="9084" y="68365"/>
                  <a:pt x="9124" y="66939"/>
                </a:cubicBezTo>
                <a:cubicBezTo>
                  <a:pt x="9124" y="66817"/>
                  <a:pt x="9124" y="66695"/>
                  <a:pt x="9145" y="66593"/>
                </a:cubicBezTo>
                <a:cubicBezTo>
                  <a:pt x="9185" y="66226"/>
                  <a:pt x="9389" y="66002"/>
                  <a:pt x="9776" y="66002"/>
                </a:cubicBezTo>
                <a:cubicBezTo>
                  <a:pt x="10163" y="66002"/>
                  <a:pt x="10346" y="66247"/>
                  <a:pt x="10367" y="66613"/>
                </a:cubicBezTo>
                <a:cubicBezTo>
                  <a:pt x="10387" y="67102"/>
                  <a:pt x="10367" y="67591"/>
                  <a:pt x="10367" y="68079"/>
                </a:cubicBezTo>
                <a:cubicBezTo>
                  <a:pt x="10367" y="69159"/>
                  <a:pt x="10387" y="70238"/>
                  <a:pt x="10387" y="71318"/>
                </a:cubicBezTo>
                <a:lnTo>
                  <a:pt x="12566" y="71318"/>
                </a:lnTo>
                <a:cubicBezTo>
                  <a:pt x="12627" y="69770"/>
                  <a:pt x="12688" y="68222"/>
                  <a:pt x="12729" y="66674"/>
                </a:cubicBezTo>
                <a:cubicBezTo>
                  <a:pt x="12790" y="64699"/>
                  <a:pt x="12892" y="62703"/>
                  <a:pt x="12261" y="60768"/>
                </a:cubicBezTo>
                <a:cubicBezTo>
                  <a:pt x="11629" y="58772"/>
                  <a:pt x="10550" y="57102"/>
                  <a:pt x="8676" y="56003"/>
                </a:cubicBezTo>
                <a:cubicBezTo>
                  <a:pt x="8350" y="55799"/>
                  <a:pt x="8126" y="55310"/>
                  <a:pt x="7963" y="54923"/>
                </a:cubicBezTo>
                <a:cubicBezTo>
                  <a:pt x="7577" y="53905"/>
                  <a:pt x="7577" y="52846"/>
                  <a:pt x="7577" y="51787"/>
                </a:cubicBezTo>
                <a:cubicBezTo>
                  <a:pt x="7577" y="48997"/>
                  <a:pt x="7556" y="46207"/>
                  <a:pt x="7577" y="43417"/>
                </a:cubicBezTo>
                <a:cubicBezTo>
                  <a:pt x="7597" y="40545"/>
                  <a:pt x="7556" y="37674"/>
                  <a:pt x="7719" y="34802"/>
                </a:cubicBezTo>
                <a:cubicBezTo>
                  <a:pt x="7943" y="31218"/>
                  <a:pt x="8371" y="27634"/>
                  <a:pt x="8697" y="24049"/>
                </a:cubicBezTo>
                <a:cubicBezTo>
                  <a:pt x="9022" y="20587"/>
                  <a:pt x="9430" y="17145"/>
                  <a:pt x="9674" y="13683"/>
                </a:cubicBezTo>
                <a:cubicBezTo>
                  <a:pt x="9837" y="11341"/>
                  <a:pt x="9837" y="8979"/>
                  <a:pt x="9817" y="6616"/>
                </a:cubicBezTo>
                <a:cubicBezTo>
                  <a:pt x="9817" y="5007"/>
                  <a:pt x="9613" y="3419"/>
                  <a:pt x="8900" y="1953"/>
                </a:cubicBezTo>
                <a:cubicBezTo>
                  <a:pt x="8676" y="1505"/>
                  <a:pt x="8371" y="1057"/>
                  <a:pt x="8025" y="710"/>
                </a:cubicBezTo>
                <a:cubicBezTo>
                  <a:pt x="7549" y="234"/>
                  <a:pt x="6962" y="0"/>
                  <a:pt x="63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465177" y="2522094"/>
            <a:ext cx="720992" cy="3258429"/>
          </a:xfrm>
          <a:custGeom>
            <a:avLst/>
            <a:gdLst/>
            <a:ahLst/>
            <a:cxnLst/>
            <a:rect l="l" t="t" r="r" b="b"/>
            <a:pathLst>
              <a:path w="14664" h="66272" extrusionOk="0">
                <a:moveTo>
                  <a:pt x="7376" y="0"/>
                </a:moveTo>
                <a:cubicBezTo>
                  <a:pt x="6670" y="0"/>
                  <a:pt x="5958" y="407"/>
                  <a:pt x="5459" y="1212"/>
                </a:cubicBezTo>
                <a:cubicBezTo>
                  <a:pt x="4848" y="2230"/>
                  <a:pt x="4583" y="3371"/>
                  <a:pt x="4542" y="4531"/>
                </a:cubicBezTo>
                <a:cubicBezTo>
                  <a:pt x="4481" y="6059"/>
                  <a:pt x="4522" y="7607"/>
                  <a:pt x="4522" y="9154"/>
                </a:cubicBezTo>
                <a:lnTo>
                  <a:pt x="4359" y="9154"/>
                </a:lnTo>
                <a:cubicBezTo>
                  <a:pt x="4644" y="12372"/>
                  <a:pt x="4888" y="15570"/>
                  <a:pt x="5255" y="18767"/>
                </a:cubicBezTo>
                <a:cubicBezTo>
                  <a:pt x="5846" y="23899"/>
                  <a:pt x="6416" y="29031"/>
                  <a:pt x="6355" y="34224"/>
                </a:cubicBezTo>
                <a:cubicBezTo>
                  <a:pt x="6314" y="36790"/>
                  <a:pt x="6375" y="39377"/>
                  <a:pt x="6334" y="41943"/>
                </a:cubicBezTo>
                <a:cubicBezTo>
                  <a:pt x="6314" y="42696"/>
                  <a:pt x="6151" y="43430"/>
                  <a:pt x="5988" y="44163"/>
                </a:cubicBezTo>
                <a:cubicBezTo>
                  <a:pt x="5866" y="44631"/>
                  <a:pt x="5561" y="45018"/>
                  <a:pt x="5051" y="45161"/>
                </a:cubicBezTo>
                <a:cubicBezTo>
                  <a:pt x="2445" y="45996"/>
                  <a:pt x="1080" y="47869"/>
                  <a:pt x="551" y="50435"/>
                </a:cubicBezTo>
                <a:cubicBezTo>
                  <a:pt x="1" y="53124"/>
                  <a:pt x="367" y="55771"/>
                  <a:pt x="1060" y="58398"/>
                </a:cubicBezTo>
                <a:cubicBezTo>
                  <a:pt x="1549" y="60190"/>
                  <a:pt x="2241" y="61901"/>
                  <a:pt x="3280" y="63449"/>
                </a:cubicBezTo>
                <a:cubicBezTo>
                  <a:pt x="3850" y="64284"/>
                  <a:pt x="4502" y="65058"/>
                  <a:pt x="5337" y="65628"/>
                </a:cubicBezTo>
                <a:cubicBezTo>
                  <a:pt x="5994" y="66060"/>
                  <a:pt x="6669" y="66271"/>
                  <a:pt x="7338" y="66271"/>
                </a:cubicBezTo>
                <a:cubicBezTo>
                  <a:pt x="8118" y="66271"/>
                  <a:pt x="8889" y="65984"/>
                  <a:pt x="9613" y="65424"/>
                </a:cubicBezTo>
                <a:cubicBezTo>
                  <a:pt x="11324" y="64121"/>
                  <a:pt x="12261" y="62308"/>
                  <a:pt x="12994" y="60394"/>
                </a:cubicBezTo>
                <a:cubicBezTo>
                  <a:pt x="14114" y="57482"/>
                  <a:pt x="14664" y="54488"/>
                  <a:pt x="14338" y="51372"/>
                </a:cubicBezTo>
                <a:cubicBezTo>
                  <a:pt x="14175" y="49987"/>
                  <a:pt x="13768" y="48684"/>
                  <a:pt x="12974" y="47543"/>
                </a:cubicBezTo>
                <a:cubicBezTo>
                  <a:pt x="12220" y="46423"/>
                  <a:pt x="11181" y="45670"/>
                  <a:pt x="9919" y="45262"/>
                </a:cubicBezTo>
                <a:cubicBezTo>
                  <a:pt x="9247" y="45038"/>
                  <a:pt x="8819" y="44631"/>
                  <a:pt x="8676" y="43979"/>
                </a:cubicBezTo>
                <a:cubicBezTo>
                  <a:pt x="8514" y="43287"/>
                  <a:pt x="8412" y="42574"/>
                  <a:pt x="8412" y="41882"/>
                </a:cubicBezTo>
                <a:cubicBezTo>
                  <a:pt x="8371" y="40456"/>
                  <a:pt x="8391" y="39031"/>
                  <a:pt x="8391" y="37625"/>
                </a:cubicBezTo>
                <a:cubicBezTo>
                  <a:pt x="8391" y="35365"/>
                  <a:pt x="8330" y="33125"/>
                  <a:pt x="8452" y="30884"/>
                </a:cubicBezTo>
                <a:cubicBezTo>
                  <a:pt x="8636" y="27606"/>
                  <a:pt x="8941" y="24327"/>
                  <a:pt x="9226" y="21068"/>
                </a:cubicBezTo>
                <a:cubicBezTo>
                  <a:pt x="9328" y="19785"/>
                  <a:pt x="9511" y="18523"/>
                  <a:pt x="9613" y="17260"/>
                </a:cubicBezTo>
                <a:cubicBezTo>
                  <a:pt x="9837" y="14816"/>
                  <a:pt x="10082" y="12372"/>
                  <a:pt x="10204" y="9928"/>
                </a:cubicBezTo>
                <a:cubicBezTo>
                  <a:pt x="10326" y="7688"/>
                  <a:pt x="10469" y="5427"/>
                  <a:pt x="9980" y="3208"/>
                </a:cubicBezTo>
                <a:cubicBezTo>
                  <a:pt x="9837" y="2515"/>
                  <a:pt x="9593" y="1823"/>
                  <a:pt x="9247" y="1232"/>
                </a:cubicBezTo>
                <a:cubicBezTo>
                  <a:pt x="8778" y="407"/>
                  <a:pt x="8081" y="0"/>
                  <a:pt x="73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2044200" y="1056475"/>
            <a:ext cx="5077200" cy="2503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500"/>
              <a:buFont typeface="Fjalla One"/>
              <a:buNone/>
              <a:defRPr sz="7500" b="1">
                <a:solidFill>
                  <a:schemeClr val="accent3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Dosis Medium"/>
              <a:buNone/>
              <a:defRPr sz="5200">
                <a:solidFill>
                  <a:schemeClr val="accent3"/>
                </a:solidFill>
                <a:latin typeface="Dosis Medium"/>
                <a:ea typeface="Dosis Medium"/>
                <a:cs typeface="Dosis Medium"/>
                <a:sym typeface="Dosi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Dosis Medium"/>
              <a:buNone/>
              <a:defRPr sz="5200">
                <a:solidFill>
                  <a:schemeClr val="accent3"/>
                </a:solidFill>
                <a:latin typeface="Dosis Medium"/>
                <a:ea typeface="Dosis Medium"/>
                <a:cs typeface="Dosis Medium"/>
                <a:sym typeface="Dosi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Dosis Medium"/>
              <a:buNone/>
              <a:defRPr sz="5200">
                <a:solidFill>
                  <a:schemeClr val="accent3"/>
                </a:solidFill>
                <a:latin typeface="Dosis Medium"/>
                <a:ea typeface="Dosis Medium"/>
                <a:cs typeface="Dosis Medium"/>
                <a:sym typeface="Dosi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Dosis Medium"/>
              <a:buNone/>
              <a:defRPr sz="5200">
                <a:solidFill>
                  <a:schemeClr val="accent3"/>
                </a:solidFill>
                <a:latin typeface="Dosis Medium"/>
                <a:ea typeface="Dosis Medium"/>
                <a:cs typeface="Dosis Medium"/>
                <a:sym typeface="Dosi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Dosis Medium"/>
              <a:buNone/>
              <a:defRPr sz="5200">
                <a:solidFill>
                  <a:schemeClr val="accent3"/>
                </a:solidFill>
                <a:latin typeface="Dosis Medium"/>
                <a:ea typeface="Dosis Medium"/>
                <a:cs typeface="Dosis Medium"/>
                <a:sym typeface="Dosi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Dosis Medium"/>
              <a:buNone/>
              <a:defRPr sz="5200">
                <a:solidFill>
                  <a:schemeClr val="accent3"/>
                </a:solidFill>
                <a:latin typeface="Dosis Medium"/>
                <a:ea typeface="Dosis Medium"/>
                <a:cs typeface="Dosis Medium"/>
                <a:sym typeface="Dosi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Dosis Medium"/>
              <a:buNone/>
              <a:defRPr sz="5200">
                <a:solidFill>
                  <a:schemeClr val="accent3"/>
                </a:solidFill>
                <a:latin typeface="Dosis Medium"/>
                <a:ea typeface="Dosis Medium"/>
                <a:cs typeface="Dosis Medium"/>
                <a:sym typeface="Dosi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Font typeface="Dosis Medium"/>
              <a:buNone/>
              <a:defRPr sz="5200">
                <a:solidFill>
                  <a:schemeClr val="accent3"/>
                </a:solidFill>
                <a:latin typeface="Dosis Medium"/>
                <a:ea typeface="Dosis Medium"/>
                <a:cs typeface="Dosis Medium"/>
                <a:sym typeface="Dosis Medium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2045400" y="3560071"/>
            <a:ext cx="5074800" cy="46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7260954" y="-2302934"/>
            <a:ext cx="2466340" cy="9650056"/>
            <a:chOff x="7490475" y="-2595456"/>
            <a:chExt cx="2466340" cy="9650056"/>
          </a:xfrm>
        </p:grpSpPr>
        <p:sp>
          <p:nvSpPr>
            <p:cNvPr id="18" name="Google Shape;18;p2"/>
            <p:cNvSpPr/>
            <p:nvPr/>
          </p:nvSpPr>
          <p:spPr>
            <a:xfrm>
              <a:off x="8179410" y="-890672"/>
              <a:ext cx="800103" cy="3615778"/>
            </a:xfrm>
            <a:custGeom>
              <a:avLst/>
              <a:gdLst/>
              <a:ahLst/>
              <a:cxnLst/>
              <a:rect l="l" t="t" r="r" b="b"/>
              <a:pathLst>
                <a:path w="16273" h="73540" extrusionOk="0">
                  <a:moveTo>
                    <a:pt x="8190" y="0"/>
                  </a:moveTo>
                  <a:cubicBezTo>
                    <a:pt x="7408" y="0"/>
                    <a:pt x="6619" y="453"/>
                    <a:pt x="6069" y="1360"/>
                  </a:cubicBezTo>
                  <a:cubicBezTo>
                    <a:pt x="5377" y="2480"/>
                    <a:pt x="5092" y="3742"/>
                    <a:pt x="5051" y="5025"/>
                  </a:cubicBezTo>
                  <a:cubicBezTo>
                    <a:pt x="4827" y="10402"/>
                    <a:pt x="5234" y="15493"/>
                    <a:pt x="5845" y="20849"/>
                  </a:cubicBezTo>
                  <a:cubicBezTo>
                    <a:pt x="6497" y="26531"/>
                    <a:pt x="7108" y="32234"/>
                    <a:pt x="7047" y="37977"/>
                  </a:cubicBezTo>
                  <a:cubicBezTo>
                    <a:pt x="7027" y="40828"/>
                    <a:pt x="7067" y="43700"/>
                    <a:pt x="7027" y="46551"/>
                  </a:cubicBezTo>
                  <a:cubicBezTo>
                    <a:pt x="7006" y="47365"/>
                    <a:pt x="6843" y="48200"/>
                    <a:pt x="6640" y="49015"/>
                  </a:cubicBezTo>
                  <a:cubicBezTo>
                    <a:pt x="6517" y="49544"/>
                    <a:pt x="6171" y="49952"/>
                    <a:pt x="5601" y="50135"/>
                  </a:cubicBezTo>
                  <a:cubicBezTo>
                    <a:pt x="2729" y="51031"/>
                    <a:pt x="1202" y="53129"/>
                    <a:pt x="611" y="55980"/>
                  </a:cubicBezTo>
                  <a:cubicBezTo>
                    <a:pt x="0" y="58974"/>
                    <a:pt x="408" y="61906"/>
                    <a:pt x="1182" y="64798"/>
                  </a:cubicBezTo>
                  <a:cubicBezTo>
                    <a:pt x="1711" y="66794"/>
                    <a:pt x="2505" y="68688"/>
                    <a:pt x="3646" y="70419"/>
                  </a:cubicBezTo>
                  <a:cubicBezTo>
                    <a:pt x="4277" y="71356"/>
                    <a:pt x="4990" y="72191"/>
                    <a:pt x="5927" y="72822"/>
                  </a:cubicBezTo>
                  <a:cubicBezTo>
                    <a:pt x="6653" y="73303"/>
                    <a:pt x="7405" y="73540"/>
                    <a:pt x="8151" y="73540"/>
                  </a:cubicBezTo>
                  <a:cubicBezTo>
                    <a:pt x="9017" y="73540"/>
                    <a:pt x="9874" y="73222"/>
                    <a:pt x="10672" y="72598"/>
                  </a:cubicBezTo>
                  <a:cubicBezTo>
                    <a:pt x="12566" y="71152"/>
                    <a:pt x="13605" y="69156"/>
                    <a:pt x="14419" y="67018"/>
                  </a:cubicBezTo>
                  <a:cubicBezTo>
                    <a:pt x="15662" y="63800"/>
                    <a:pt x="16273" y="60481"/>
                    <a:pt x="15906" y="57019"/>
                  </a:cubicBezTo>
                  <a:cubicBezTo>
                    <a:pt x="15743" y="55471"/>
                    <a:pt x="15295" y="54045"/>
                    <a:pt x="14399" y="52762"/>
                  </a:cubicBezTo>
                  <a:cubicBezTo>
                    <a:pt x="13564" y="51540"/>
                    <a:pt x="12423" y="50685"/>
                    <a:pt x="11018" y="50237"/>
                  </a:cubicBezTo>
                  <a:cubicBezTo>
                    <a:pt x="10265" y="49993"/>
                    <a:pt x="9776" y="49524"/>
                    <a:pt x="9633" y="48811"/>
                  </a:cubicBezTo>
                  <a:cubicBezTo>
                    <a:pt x="9450" y="48037"/>
                    <a:pt x="9348" y="47264"/>
                    <a:pt x="9328" y="46469"/>
                  </a:cubicBezTo>
                  <a:cubicBezTo>
                    <a:pt x="9287" y="44901"/>
                    <a:pt x="9308" y="43333"/>
                    <a:pt x="9308" y="41745"/>
                  </a:cubicBezTo>
                  <a:cubicBezTo>
                    <a:pt x="9328" y="39260"/>
                    <a:pt x="9246" y="36755"/>
                    <a:pt x="9369" y="34270"/>
                  </a:cubicBezTo>
                  <a:cubicBezTo>
                    <a:pt x="9572" y="30625"/>
                    <a:pt x="9939" y="27000"/>
                    <a:pt x="10244" y="23375"/>
                  </a:cubicBezTo>
                  <a:cubicBezTo>
                    <a:pt x="10367" y="21970"/>
                    <a:pt x="10550" y="20564"/>
                    <a:pt x="10672" y="19139"/>
                  </a:cubicBezTo>
                  <a:cubicBezTo>
                    <a:pt x="10916" y="16451"/>
                    <a:pt x="11202" y="13742"/>
                    <a:pt x="11324" y="11033"/>
                  </a:cubicBezTo>
                  <a:cubicBezTo>
                    <a:pt x="11466" y="8528"/>
                    <a:pt x="11629" y="6023"/>
                    <a:pt x="11079" y="3559"/>
                  </a:cubicBezTo>
                  <a:cubicBezTo>
                    <a:pt x="10916" y="2806"/>
                    <a:pt x="10652" y="2032"/>
                    <a:pt x="10265" y="1360"/>
                  </a:cubicBezTo>
                  <a:cubicBezTo>
                    <a:pt x="9745" y="453"/>
                    <a:pt x="8972" y="0"/>
                    <a:pt x="81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521549" y="-1157307"/>
              <a:ext cx="633867" cy="4180467"/>
            </a:xfrm>
            <a:custGeom>
              <a:avLst/>
              <a:gdLst/>
              <a:ahLst/>
              <a:cxnLst/>
              <a:rect l="l" t="t" r="r" b="b"/>
              <a:pathLst>
                <a:path w="12892" h="85025" extrusionOk="0">
                  <a:moveTo>
                    <a:pt x="4949" y="1"/>
                  </a:moveTo>
                  <a:cubicBezTo>
                    <a:pt x="4501" y="1"/>
                    <a:pt x="4175" y="347"/>
                    <a:pt x="4175" y="897"/>
                  </a:cubicBezTo>
                  <a:cubicBezTo>
                    <a:pt x="4134" y="2648"/>
                    <a:pt x="4134" y="4400"/>
                    <a:pt x="4073" y="6151"/>
                  </a:cubicBezTo>
                  <a:cubicBezTo>
                    <a:pt x="4012" y="8697"/>
                    <a:pt x="3931" y="11243"/>
                    <a:pt x="3870" y="13788"/>
                  </a:cubicBezTo>
                  <a:cubicBezTo>
                    <a:pt x="3829" y="15214"/>
                    <a:pt x="3788" y="16660"/>
                    <a:pt x="3748" y="18086"/>
                  </a:cubicBezTo>
                  <a:cubicBezTo>
                    <a:pt x="3748" y="18208"/>
                    <a:pt x="3748" y="18330"/>
                    <a:pt x="3748" y="18432"/>
                  </a:cubicBezTo>
                  <a:cubicBezTo>
                    <a:pt x="3686" y="18798"/>
                    <a:pt x="3483" y="19002"/>
                    <a:pt x="3116" y="19002"/>
                  </a:cubicBezTo>
                  <a:cubicBezTo>
                    <a:pt x="2729" y="19002"/>
                    <a:pt x="2526" y="18778"/>
                    <a:pt x="2526" y="18411"/>
                  </a:cubicBezTo>
                  <a:cubicBezTo>
                    <a:pt x="2505" y="17923"/>
                    <a:pt x="2526" y="17434"/>
                    <a:pt x="2526" y="16945"/>
                  </a:cubicBezTo>
                  <a:cubicBezTo>
                    <a:pt x="2485" y="12668"/>
                    <a:pt x="2424" y="8412"/>
                    <a:pt x="2383" y="4135"/>
                  </a:cubicBezTo>
                  <a:cubicBezTo>
                    <a:pt x="2383" y="3056"/>
                    <a:pt x="2403" y="1956"/>
                    <a:pt x="2403" y="877"/>
                  </a:cubicBezTo>
                  <a:cubicBezTo>
                    <a:pt x="2403" y="490"/>
                    <a:pt x="2261" y="184"/>
                    <a:pt x="1894" y="62"/>
                  </a:cubicBezTo>
                  <a:cubicBezTo>
                    <a:pt x="1796" y="27"/>
                    <a:pt x="1701" y="11"/>
                    <a:pt x="1611" y="11"/>
                  </a:cubicBezTo>
                  <a:cubicBezTo>
                    <a:pt x="1383" y="11"/>
                    <a:pt x="1185" y="117"/>
                    <a:pt x="1039" y="306"/>
                  </a:cubicBezTo>
                  <a:cubicBezTo>
                    <a:pt x="937" y="469"/>
                    <a:pt x="876" y="673"/>
                    <a:pt x="876" y="877"/>
                  </a:cubicBezTo>
                  <a:cubicBezTo>
                    <a:pt x="774" y="2730"/>
                    <a:pt x="713" y="4604"/>
                    <a:pt x="632" y="6457"/>
                  </a:cubicBezTo>
                  <a:cubicBezTo>
                    <a:pt x="469" y="10428"/>
                    <a:pt x="265" y="14379"/>
                    <a:pt x="143" y="18350"/>
                  </a:cubicBezTo>
                  <a:cubicBezTo>
                    <a:pt x="82" y="20326"/>
                    <a:pt x="0" y="22322"/>
                    <a:pt x="611" y="24236"/>
                  </a:cubicBezTo>
                  <a:cubicBezTo>
                    <a:pt x="1263" y="26252"/>
                    <a:pt x="2322" y="27922"/>
                    <a:pt x="4196" y="29022"/>
                  </a:cubicBezTo>
                  <a:cubicBezTo>
                    <a:pt x="4542" y="29225"/>
                    <a:pt x="4766" y="29714"/>
                    <a:pt x="4908" y="30101"/>
                  </a:cubicBezTo>
                  <a:cubicBezTo>
                    <a:pt x="5316" y="31099"/>
                    <a:pt x="5295" y="32178"/>
                    <a:pt x="5295" y="33237"/>
                  </a:cubicBezTo>
                  <a:cubicBezTo>
                    <a:pt x="5316" y="36028"/>
                    <a:pt x="5316" y="38818"/>
                    <a:pt x="5295" y="41608"/>
                  </a:cubicBezTo>
                  <a:cubicBezTo>
                    <a:pt x="5295" y="44479"/>
                    <a:pt x="5336" y="47351"/>
                    <a:pt x="5153" y="50202"/>
                  </a:cubicBezTo>
                  <a:cubicBezTo>
                    <a:pt x="4929" y="53807"/>
                    <a:pt x="4521" y="57371"/>
                    <a:pt x="4175" y="60955"/>
                  </a:cubicBezTo>
                  <a:cubicBezTo>
                    <a:pt x="3849" y="64417"/>
                    <a:pt x="3462" y="67879"/>
                    <a:pt x="3218" y="71341"/>
                  </a:cubicBezTo>
                  <a:cubicBezTo>
                    <a:pt x="3055" y="73683"/>
                    <a:pt x="3055" y="76046"/>
                    <a:pt x="3055" y="78408"/>
                  </a:cubicBezTo>
                  <a:cubicBezTo>
                    <a:pt x="3075" y="79997"/>
                    <a:pt x="3279" y="81585"/>
                    <a:pt x="3992" y="83052"/>
                  </a:cubicBezTo>
                  <a:cubicBezTo>
                    <a:pt x="4196" y="83520"/>
                    <a:pt x="4501" y="83968"/>
                    <a:pt x="4868" y="84314"/>
                  </a:cubicBezTo>
                  <a:cubicBezTo>
                    <a:pt x="5344" y="84790"/>
                    <a:pt x="5925" y="85024"/>
                    <a:pt x="6510" y="85024"/>
                  </a:cubicBezTo>
                  <a:cubicBezTo>
                    <a:pt x="7102" y="85024"/>
                    <a:pt x="7696" y="84785"/>
                    <a:pt x="8187" y="84314"/>
                  </a:cubicBezTo>
                  <a:cubicBezTo>
                    <a:pt x="8819" y="83724"/>
                    <a:pt x="9226" y="82970"/>
                    <a:pt x="9389" y="82155"/>
                  </a:cubicBezTo>
                  <a:cubicBezTo>
                    <a:pt x="9654" y="80893"/>
                    <a:pt x="9939" y="79589"/>
                    <a:pt x="9979" y="78306"/>
                  </a:cubicBezTo>
                  <a:cubicBezTo>
                    <a:pt x="10102" y="74294"/>
                    <a:pt x="9857" y="70323"/>
                    <a:pt x="9450" y="66331"/>
                  </a:cubicBezTo>
                  <a:cubicBezTo>
                    <a:pt x="8941" y="61383"/>
                    <a:pt x="8371" y="56434"/>
                    <a:pt x="7963" y="51465"/>
                  </a:cubicBezTo>
                  <a:cubicBezTo>
                    <a:pt x="7739" y="48776"/>
                    <a:pt x="7760" y="46047"/>
                    <a:pt x="7739" y="43339"/>
                  </a:cubicBezTo>
                  <a:cubicBezTo>
                    <a:pt x="7698" y="40080"/>
                    <a:pt x="7739" y="36822"/>
                    <a:pt x="7719" y="33563"/>
                  </a:cubicBezTo>
                  <a:cubicBezTo>
                    <a:pt x="7719" y="32382"/>
                    <a:pt x="7739" y="31221"/>
                    <a:pt x="8106" y="30081"/>
                  </a:cubicBezTo>
                  <a:cubicBezTo>
                    <a:pt x="8289" y="29531"/>
                    <a:pt x="8595" y="29124"/>
                    <a:pt x="9124" y="28798"/>
                  </a:cubicBezTo>
                  <a:cubicBezTo>
                    <a:pt x="10957" y="27698"/>
                    <a:pt x="11975" y="25967"/>
                    <a:pt x="12484" y="23930"/>
                  </a:cubicBezTo>
                  <a:cubicBezTo>
                    <a:pt x="12729" y="22953"/>
                    <a:pt x="12892" y="21894"/>
                    <a:pt x="12871" y="20876"/>
                  </a:cubicBezTo>
                  <a:cubicBezTo>
                    <a:pt x="12810" y="17251"/>
                    <a:pt x="12668" y="13605"/>
                    <a:pt x="12525" y="9980"/>
                  </a:cubicBezTo>
                  <a:cubicBezTo>
                    <a:pt x="12444" y="7618"/>
                    <a:pt x="12342" y="5276"/>
                    <a:pt x="12260" y="2913"/>
                  </a:cubicBezTo>
                  <a:cubicBezTo>
                    <a:pt x="12220" y="2241"/>
                    <a:pt x="12199" y="1569"/>
                    <a:pt x="12179" y="897"/>
                  </a:cubicBezTo>
                  <a:cubicBezTo>
                    <a:pt x="12139" y="363"/>
                    <a:pt x="11850" y="20"/>
                    <a:pt x="11403" y="20"/>
                  </a:cubicBezTo>
                  <a:cubicBezTo>
                    <a:pt x="11390" y="20"/>
                    <a:pt x="11377" y="21"/>
                    <a:pt x="11364" y="21"/>
                  </a:cubicBezTo>
                  <a:cubicBezTo>
                    <a:pt x="10916" y="21"/>
                    <a:pt x="10631" y="347"/>
                    <a:pt x="10631" y="917"/>
                  </a:cubicBezTo>
                  <a:cubicBezTo>
                    <a:pt x="10611" y="6640"/>
                    <a:pt x="10509" y="12342"/>
                    <a:pt x="10509" y="18065"/>
                  </a:cubicBezTo>
                  <a:cubicBezTo>
                    <a:pt x="10509" y="18208"/>
                    <a:pt x="10509" y="18371"/>
                    <a:pt x="10489" y="18493"/>
                  </a:cubicBezTo>
                  <a:cubicBezTo>
                    <a:pt x="10407" y="18819"/>
                    <a:pt x="10203" y="19043"/>
                    <a:pt x="9857" y="19043"/>
                  </a:cubicBezTo>
                  <a:cubicBezTo>
                    <a:pt x="9511" y="19022"/>
                    <a:pt x="9348" y="18819"/>
                    <a:pt x="9287" y="18493"/>
                  </a:cubicBezTo>
                  <a:cubicBezTo>
                    <a:pt x="9267" y="18330"/>
                    <a:pt x="9267" y="18187"/>
                    <a:pt x="9246" y="18024"/>
                  </a:cubicBezTo>
                  <a:cubicBezTo>
                    <a:pt x="9124" y="12383"/>
                    <a:pt x="9002" y="6742"/>
                    <a:pt x="8859" y="1080"/>
                  </a:cubicBezTo>
                  <a:cubicBezTo>
                    <a:pt x="8859" y="978"/>
                    <a:pt x="8859" y="856"/>
                    <a:pt x="8859" y="734"/>
                  </a:cubicBezTo>
                  <a:cubicBezTo>
                    <a:pt x="8800" y="320"/>
                    <a:pt x="8474" y="20"/>
                    <a:pt x="8083" y="20"/>
                  </a:cubicBezTo>
                  <a:cubicBezTo>
                    <a:pt x="8070" y="20"/>
                    <a:pt x="8058" y="21"/>
                    <a:pt x="8045" y="21"/>
                  </a:cubicBezTo>
                  <a:cubicBezTo>
                    <a:pt x="7637" y="21"/>
                    <a:pt x="7332" y="327"/>
                    <a:pt x="7312" y="775"/>
                  </a:cubicBezTo>
                  <a:cubicBezTo>
                    <a:pt x="7291" y="1467"/>
                    <a:pt x="7291" y="2180"/>
                    <a:pt x="7291" y="2893"/>
                  </a:cubicBezTo>
                  <a:cubicBezTo>
                    <a:pt x="7271" y="6783"/>
                    <a:pt x="7250" y="10652"/>
                    <a:pt x="7250" y="14542"/>
                  </a:cubicBezTo>
                  <a:cubicBezTo>
                    <a:pt x="7230" y="15764"/>
                    <a:pt x="7230" y="16986"/>
                    <a:pt x="7230" y="18208"/>
                  </a:cubicBezTo>
                  <a:cubicBezTo>
                    <a:pt x="7230" y="18758"/>
                    <a:pt x="6986" y="19043"/>
                    <a:pt x="6538" y="19043"/>
                  </a:cubicBezTo>
                  <a:cubicBezTo>
                    <a:pt x="6521" y="19043"/>
                    <a:pt x="6505" y="19044"/>
                    <a:pt x="6490" y="19044"/>
                  </a:cubicBezTo>
                  <a:cubicBezTo>
                    <a:pt x="6033" y="19044"/>
                    <a:pt x="5804" y="18758"/>
                    <a:pt x="5804" y="18187"/>
                  </a:cubicBezTo>
                  <a:cubicBezTo>
                    <a:pt x="5784" y="14746"/>
                    <a:pt x="5784" y="11304"/>
                    <a:pt x="5764" y="7862"/>
                  </a:cubicBezTo>
                  <a:cubicBezTo>
                    <a:pt x="5743" y="5540"/>
                    <a:pt x="5723" y="3239"/>
                    <a:pt x="5703" y="917"/>
                  </a:cubicBezTo>
                  <a:cubicBezTo>
                    <a:pt x="5703" y="347"/>
                    <a:pt x="5418" y="21"/>
                    <a:pt x="49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9322948" y="-777291"/>
              <a:ext cx="633867" cy="4180565"/>
            </a:xfrm>
            <a:custGeom>
              <a:avLst/>
              <a:gdLst/>
              <a:ahLst/>
              <a:cxnLst/>
              <a:rect l="l" t="t" r="r" b="b"/>
              <a:pathLst>
                <a:path w="12892" h="85027" extrusionOk="0">
                  <a:moveTo>
                    <a:pt x="6381" y="1"/>
                  </a:moveTo>
                  <a:cubicBezTo>
                    <a:pt x="5782" y="1"/>
                    <a:pt x="5178" y="240"/>
                    <a:pt x="4684" y="703"/>
                  </a:cubicBezTo>
                  <a:cubicBezTo>
                    <a:pt x="4073" y="1314"/>
                    <a:pt x="3666" y="2047"/>
                    <a:pt x="3483" y="2862"/>
                  </a:cubicBezTo>
                  <a:cubicBezTo>
                    <a:pt x="3218" y="4145"/>
                    <a:pt x="2953" y="5428"/>
                    <a:pt x="2912" y="6731"/>
                  </a:cubicBezTo>
                  <a:cubicBezTo>
                    <a:pt x="2790" y="10723"/>
                    <a:pt x="3034" y="14715"/>
                    <a:pt x="3442" y="18686"/>
                  </a:cubicBezTo>
                  <a:cubicBezTo>
                    <a:pt x="3951" y="23635"/>
                    <a:pt x="4521" y="28584"/>
                    <a:pt x="4928" y="33553"/>
                  </a:cubicBezTo>
                  <a:cubicBezTo>
                    <a:pt x="5153" y="36261"/>
                    <a:pt x="5112" y="38970"/>
                    <a:pt x="5153" y="41699"/>
                  </a:cubicBezTo>
                  <a:cubicBezTo>
                    <a:pt x="5173" y="44958"/>
                    <a:pt x="5132" y="48216"/>
                    <a:pt x="5153" y="51454"/>
                  </a:cubicBezTo>
                  <a:cubicBezTo>
                    <a:pt x="5173" y="52635"/>
                    <a:pt x="5153" y="53817"/>
                    <a:pt x="4766" y="54937"/>
                  </a:cubicBezTo>
                  <a:cubicBezTo>
                    <a:pt x="4582" y="55487"/>
                    <a:pt x="4277" y="55894"/>
                    <a:pt x="3768" y="56220"/>
                  </a:cubicBezTo>
                  <a:cubicBezTo>
                    <a:pt x="1935" y="57340"/>
                    <a:pt x="916" y="59071"/>
                    <a:pt x="407" y="61087"/>
                  </a:cubicBezTo>
                  <a:cubicBezTo>
                    <a:pt x="143" y="62085"/>
                    <a:pt x="0" y="63124"/>
                    <a:pt x="20" y="64142"/>
                  </a:cubicBezTo>
                  <a:cubicBezTo>
                    <a:pt x="81" y="67787"/>
                    <a:pt x="224" y="71412"/>
                    <a:pt x="346" y="75037"/>
                  </a:cubicBezTo>
                  <a:cubicBezTo>
                    <a:pt x="428" y="77400"/>
                    <a:pt x="530" y="79762"/>
                    <a:pt x="631" y="82104"/>
                  </a:cubicBezTo>
                  <a:cubicBezTo>
                    <a:pt x="652" y="82776"/>
                    <a:pt x="672" y="83448"/>
                    <a:pt x="713" y="84120"/>
                  </a:cubicBezTo>
                  <a:cubicBezTo>
                    <a:pt x="733" y="84670"/>
                    <a:pt x="1059" y="85017"/>
                    <a:pt x="1507" y="85017"/>
                  </a:cubicBezTo>
                  <a:cubicBezTo>
                    <a:pt x="1975" y="85017"/>
                    <a:pt x="2261" y="84650"/>
                    <a:pt x="2261" y="84080"/>
                  </a:cubicBezTo>
                  <a:cubicBezTo>
                    <a:pt x="2261" y="78357"/>
                    <a:pt x="2362" y="72655"/>
                    <a:pt x="2362" y="66932"/>
                  </a:cubicBezTo>
                  <a:cubicBezTo>
                    <a:pt x="2362" y="66789"/>
                    <a:pt x="2362" y="66647"/>
                    <a:pt x="2403" y="66504"/>
                  </a:cubicBezTo>
                  <a:cubicBezTo>
                    <a:pt x="2464" y="66178"/>
                    <a:pt x="2668" y="65975"/>
                    <a:pt x="3034" y="65975"/>
                  </a:cubicBezTo>
                  <a:cubicBezTo>
                    <a:pt x="3360" y="65995"/>
                    <a:pt x="3544" y="66219"/>
                    <a:pt x="3584" y="66525"/>
                  </a:cubicBezTo>
                  <a:cubicBezTo>
                    <a:pt x="3605" y="66688"/>
                    <a:pt x="3625" y="66850"/>
                    <a:pt x="3625" y="66993"/>
                  </a:cubicBezTo>
                  <a:cubicBezTo>
                    <a:pt x="3747" y="72655"/>
                    <a:pt x="3890" y="78296"/>
                    <a:pt x="4012" y="83937"/>
                  </a:cubicBezTo>
                  <a:cubicBezTo>
                    <a:pt x="4012" y="84059"/>
                    <a:pt x="4012" y="84161"/>
                    <a:pt x="4032" y="84283"/>
                  </a:cubicBezTo>
                  <a:cubicBezTo>
                    <a:pt x="4092" y="84717"/>
                    <a:pt x="4399" y="85018"/>
                    <a:pt x="4807" y="85018"/>
                  </a:cubicBezTo>
                  <a:cubicBezTo>
                    <a:pt x="4820" y="85018"/>
                    <a:pt x="4834" y="85017"/>
                    <a:pt x="4847" y="85017"/>
                  </a:cubicBezTo>
                  <a:cubicBezTo>
                    <a:pt x="5234" y="84996"/>
                    <a:pt x="5560" y="84691"/>
                    <a:pt x="5560" y="84243"/>
                  </a:cubicBezTo>
                  <a:cubicBezTo>
                    <a:pt x="5601" y="83550"/>
                    <a:pt x="5580" y="82837"/>
                    <a:pt x="5580" y="82145"/>
                  </a:cubicBezTo>
                  <a:cubicBezTo>
                    <a:pt x="5601" y="78255"/>
                    <a:pt x="5621" y="74365"/>
                    <a:pt x="5641" y="70476"/>
                  </a:cubicBezTo>
                  <a:cubicBezTo>
                    <a:pt x="5641" y="69254"/>
                    <a:pt x="5641" y="68032"/>
                    <a:pt x="5641" y="66810"/>
                  </a:cubicBezTo>
                  <a:cubicBezTo>
                    <a:pt x="5662" y="66260"/>
                    <a:pt x="5886" y="65995"/>
                    <a:pt x="6354" y="65975"/>
                  </a:cubicBezTo>
                  <a:cubicBezTo>
                    <a:pt x="6822" y="65975"/>
                    <a:pt x="7087" y="66240"/>
                    <a:pt x="7087" y="66830"/>
                  </a:cubicBezTo>
                  <a:cubicBezTo>
                    <a:pt x="7108" y="70272"/>
                    <a:pt x="7108" y="73734"/>
                    <a:pt x="7128" y="77176"/>
                  </a:cubicBezTo>
                  <a:cubicBezTo>
                    <a:pt x="7128" y="79477"/>
                    <a:pt x="7148" y="81799"/>
                    <a:pt x="7169" y="84100"/>
                  </a:cubicBezTo>
                  <a:cubicBezTo>
                    <a:pt x="7169" y="84670"/>
                    <a:pt x="7454" y="85017"/>
                    <a:pt x="7922" y="85017"/>
                  </a:cubicBezTo>
                  <a:cubicBezTo>
                    <a:pt x="8370" y="85017"/>
                    <a:pt x="8696" y="84670"/>
                    <a:pt x="8716" y="84120"/>
                  </a:cubicBezTo>
                  <a:cubicBezTo>
                    <a:pt x="8737" y="82369"/>
                    <a:pt x="8757" y="80618"/>
                    <a:pt x="8798" y="78866"/>
                  </a:cubicBezTo>
                  <a:cubicBezTo>
                    <a:pt x="8859" y="76320"/>
                    <a:pt x="8941" y="73775"/>
                    <a:pt x="9022" y="71249"/>
                  </a:cubicBezTo>
                  <a:cubicBezTo>
                    <a:pt x="9063" y="69803"/>
                    <a:pt x="9083" y="68378"/>
                    <a:pt x="9124" y="66932"/>
                  </a:cubicBezTo>
                  <a:cubicBezTo>
                    <a:pt x="9124" y="66810"/>
                    <a:pt x="9124" y="66708"/>
                    <a:pt x="9144" y="66586"/>
                  </a:cubicBezTo>
                  <a:cubicBezTo>
                    <a:pt x="9185" y="66219"/>
                    <a:pt x="9389" y="66016"/>
                    <a:pt x="9775" y="66016"/>
                  </a:cubicBezTo>
                  <a:cubicBezTo>
                    <a:pt x="10162" y="66016"/>
                    <a:pt x="10346" y="66260"/>
                    <a:pt x="10366" y="66606"/>
                  </a:cubicBezTo>
                  <a:cubicBezTo>
                    <a:pt x="10386" y="67095"/>
                    <a:pt x="10346" y="67584"/>
                    <a:pt x="10366" y="68072"/>
                  </a:cubicBezTo>
                  <a:cubicBezTo>
                    <a:pt x="10407" y="72349"/>
                    <a:pt x="10448" y="76606"/>
                    <a:pt x="10488" y="80882"/>
                  </a:cubicBezTo>
                  <a:cubicBezTo>
                    <a:pt x="10509" y="81982"/>
                    <a:pt x="10488" y="83061"/>
                    <a:pt x="10468" y="84161"/>
                  </a:cubicBezTo>
                  <a:cubicBezTo>
                    <a:pt x="10468" y="84528"/>
                    <a:pt x="10610" y="84833"/>
                    <a:pt x="10977" y="84976"/>
                  </a:cubicBezTo>
                  <a:cubicBezTo>
                    <a:pt x="11074" y="85010"/>
                    <a:pt x="11168" y="85027"/>
                    <a:pt x="11257" y="85027"/>
                  </a:cubicBezTo>
                  <a:cubicBezTo>
                    <a:pt x="11486" y="85027"/>
                    <a:pt x="11686" y="84916"/>
                    <a:pt x="11832" y="84711"/>
                  </a:cubicBezTo>
                  <a:cubicBezTo>
                    <a:pt x="11934" y="84569"/>
                    <a:pt x="11995" y="84344"/>
                    <a:pt x="12016" y="84161"/>
                  </a:cubicBezTo>
                  <a:cubicBezTo>
                    <a:pt x="12097" y="82288"/>
                    <a:pt x="12179" y="80434"/>
                    <a:pt x="12260" y="78561"/>
                  </a:cubicBezTo>
                  <a:cubicBezTo>
                    <a:pt x="12423" y="74589"/>
                    <a:pt x="12606" y="70638"/>
                    <a:pt x="12729" y="66667"/>
                  </a:cubicBezTo>
                  <a:cubicBezTo>
                    <a:pt x="12790" y="64692"/>
                    <a:pt x="12891" y="62696"/>
                    <a:pt x="12260" y="60782"/>
                  </a:cubicBezTo>
                  <a:cubicBezTo>
                    <a:pt x="11608" y="58765"/>
                    <a:pt x="10549" y="57095"/>
                    <a:pt x="8676" y="55996"/>
                  </a:cubicBezTo>
                  <a:cubicBezTo>
                    <a:pt x="8350" y="55812"/>
                    <a:pt x="8126" y="55324"/>
                    <a:pt x="7963" y="54916"/>
                  </a:cubicBezTo>
                  <a:cubicBezTo>
                    <a:pt x="7576" y="53918"/>
                    <a:pt x="7576" y="52839"/>
                    <a:pt x="7576" y="51780"/>
                  </a:cubicBezTo>
                  <a:cubicBezTo>
                    <a:pt x="7576" y="48990"/>
                    <a:pt x="7556" y="46220"/>
                    <a:pt x="7576" y="43430"/>
                  </a:cubicBezTo>
                  <a:cubicBezTo>
                    <a:pt x="7596" y="40559"/>
                    <a:pt x="7535" y="37667"/>
                    <a:pt x="7719" y="34816"/>
                  </a:cubicBezTo>
                  <a:cubicBezTo>
                    <a:pt x="7943" y="31231"/>
                    <a:pt x="8370" y="27647"/>
                    <a:pt x="8696" y="24063"/>
                  </a:cubicBezTo>
                  <a:cubicBezTo>
                    <a:pt x="9022" y="20600"/>
                    <a:pt x="9429" y="17138"/>
                    <a:pt x="9674" y="13676"/>
                  </a:cubicBezTo>
                  <a:cubicBezTo>
                    <a:pt x="9837" y="11334"/>
                    <a:pt x="9837" y="8972"/>
                    <a:pt x="9816" y="6630"/>
                  </a:cubicBezTo>
                  <a:cubicBezTo>
                    <a:pt x="9816" y="5021"/>
                    <a:pt x="9592" y="3432"/>
                    <a:pt x="8900" y="1966"/>
                  </a:cubicBezTo>
                  <a:cubicBezTo>
                    <a:pt x="8676" y="1518"/>
                    <a:pt x="8370" y="1070"/>
                    <a:pt x="8024" y="703"/>
                  </a:cubicBezTo>
                  <a:cubicBezTo>
                    <a:pt x="7551" y="230"/>
                    <a:pt x="6968" y="1"/>
                    <a:pt x="63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682099" y="-2595456"/>
              <a:ext cx="885212" cy="4002628"/>
            </a:xfrm>
            <a:custGeom>
              <a:avLst/>
              <a:gdLst/>
              <a:ahLst/>
              <a:cxnLst/>
              <a:rect l="l" t="t" r="r" b="b"/>
              <a:pathLst>
                <a:path w="18004" h="81408" extrusionOk="0">
                  <a:moveTo>
                    <a:pt x="8988" y="1"/>
                  </a:moveTo>
                  <a:cubicBezTo>
                    <a:pt x="8029" y="1"/>
                    <a:pt x="7078" y="355"/>
                    <a:pt x="6191" y="1045"/>
                  </a:cubicBezTo>
                  <a:cubicBezTo>
                    <a:pt x="4114" y="2633"/>
                    <a:pt x="2953" y="4853"/>
                    <a:pt x="2057" y="7215"/>
                  </a:cubicBezTo>
                  <a:cubicBezTo>
                    <a:pt x="672" y="10779"/>
                    <a:pt x="0" y="14466"/>
                    <a:pt x="407" y="18294"/>
                  </a:cubicBezTo>
                  <a:cubicBezTo>
                    <a:pt x="591" y="20005"/>
                    <a:pt x="1079" y="21594"/>
                    <a:pt x="2077" y="23019"/>
                  </a:cubicBezTo>
                  <a:cubicBezTo>
                    <a:pt x="3014" y="24363"/>
                    <a:pt x="4277" y="25300"/>
                    <a:pt x="5825" y="25809"/>
                  </a:cubicBezTo>
                  <a:cubicBezTo>
                    <a:pt x="6660" y="26074"/>
                    <a:pt x="7189" y="26583"/>
                    <a:pt x="7352" y="27398"/>
                  </a:cubicBezTo>
                  <a:cubicBezTo>
                    <a:pt x="7556" y="28233"/>
                    <a:pt x="7657" y="29108"/>
                    <a:pt x="7698" y="29964"/>
                  </a:cubicBezTo>
                  <a:cubicBezTo>
                    <a:pt x="7739" y="31715"/>
                    <a:pt x="7719" y="33446"/>
                    <a:pt x="7698" y="35198"/>
                  </a:cubicBezTo>
                  <a:cubicBezTo>
                    <a:pt x="7698" y="37947"/>
                    <a:pt x="7780" y="40717"/>
                    <a:pt x="7637" y="43486"/>
                  </a:cubicBezTo>
                  <a:cubicBezTo>
                    <a:pt x="7413" y="47498"/>
                    <a:pt x="7026" y="51510"/>
                    <a:pt x="6680" y="55522"/>
                  </a:cubicBezTo>
                  <a:cubicBezTo>
                    <a:pt x="6537" y="57091"/>
                    <a:pt x="6334" y="58659"/>
                    <a:pt x="6191" y="60207"/>
                  </a:cubicBezTo>
                  <a:cubicBezTo>
                    <a:pt x="5926" y="63221"/>
                    <a:pt x="5621" y="66214"/>
                    <a:pt x="5478" y="69208"/>
                  </a:cubicBezTo>
                  <a:cubicBezTo>
                    <a:pt x="5336" y="71957"/>
                    <a:pt x="5153" y="74748"/>
                    <a:pt x="5743" y="77477"/>
                  </a:cubicBezTo>
                  <a:cubicBezTo>
                    <a:pt x="5926" y="78311"/>
                    <a:pt x="6232" y="79167"/>
                    <a:pt x="6660" y="79900"/>
                  </a:cubicBezTo>
                  <a:cubicBezTo>
                    <a:pt x="7240" y="80908"/>
                    <a:pt x="8095" y="81407"/>
                    <a:pt x="8958" y="81407"/>
                  </a:cubicBezTo>
                  <a:cubicBezTo>
                    <a:pt x="9821" y="81407"/>
                    <a:pt x="10692" y="80908"/>
                    <a:pt x="11303" y="79920"/>
                  </a:cubicBezTo>
                  <a:cubicBezTo>
                    <a:pt x="12056" y="78678"/>
                    <a:pt x="12362" y="77273"/>
                    <a:pt x="12423" y="75847"/>
                  </a:cubicBezTo>
                  <a:cubicBezTo>
                    <a:pt x="12667" y="69901"/>
                    <a:pt x="12219" y="64259"/>
                    <a:pt x="11547" y="58333"/>
                  </a:cubicBezTo>
                  <a:cubicBezTo>
                    <a:pt x="10835" y="52040"/>
                    <a:pt x="10142" y="45727"/>
                    <a:pt x="10203" y="39373"/>
                  </a:cubicBezTo>
                  <a:cubicBezTo>
                    <a:pt x="10244" y="36216"/>
                    <a:pt x="10183" y="33039"/>
                    <a:pt x="10244" y="29882"/>
                  </a:cubicBezTo>
                  <a:cubicBezTo>
                    <a:pt x="10244" y="28966"/>
                    <a:pt x="10448" y="28049"/>
                    <a:pt x="10651" y="27153"/>
                  </a:cubicBezTo>
                  <a:cubicBezTo>
                    <a:pt x="10794" y="26563"/>
                    <a:pt x="11181" y="26115"/>
                    <a:pt x="11812" y="25911"/>
                  </a:cubicBezTo>
                  <a:cubicBezTo>
                    <a:pt x="15009" y="24913"/>
                    <a:pt x="16679" y="22591"/>
                    <a:pt x="17331" y="19435"/>
                  </a:cubicBezTo>
                  <a:cubicBezTo>
                    <a:pt x="18003" y="16136"/>
                    <a:pt x="17555" y="12877"/>
                    <a:pt x="16700" y="9680"/>
                  </a:cubicBezTo>
                  <a:cubicBezTo>
                    <a:pt x="16109" y="7460"/>
                    <a:pt x="15254" y="5362"/>
                    <a:pt x="13971" y="3468"/>
                  </a:cubicBezTo>
                  <a:cubicBezTo>
                    <a:pt x="13278" y="2430"/>
                    <a:pt x="12484" y="1493"/>
                    <a:pt x="11445" y="800"/>
                  </a:cubicBezTo>
                  <a:cubicBezTo>
                    <a:pt x="10645" y="263"/>
                    <a:pt x="9813" y="1"/>
                    <a:pt x="89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90475" y="3413845"/>
              <a:ext cx="487692" cy="3640755"/>
            </a:xfrm>
            <a:custGeom>
              <a:avLst/>
              <a:gdLst/>
              <a:ahLst/>
              <a:cxnLst/>
              <a:rect l="l" t="t" r="r" b="b"/>
              <a:pathLst>
                <a:path w="9919" h="74048" extrusionOk="0">
                  <a:moveTo>
                    <a:pt x="2600" y="0"/>
                  </a:moveTo>
                  <a:cubicBezTo>
                    <a:pt x="2333" y="0"/>
                    <a:pt x="2056" y="35"/>
                    <a:pt x="1773" y="100"/>
                  </a:cubicBezTo>
                  <a:cubicBezTo>
                    <a:pt x="877" y="304"/>
                    <a:pt x="266" y="813"/>
                    <a:pt x="164" y="1730"/>
                  </a:cubicBezTo>
                  <a:cubicBezTo>
                    <a:pt x="42" y="2565"/>
                    <a:pt x="21" y="3440"/>
                    <a:pt x="21" y="4296"/>
                  </a:cubicBezTo>
                  <a:cubicBezTo>
                    <a:pt x="1" y="12177"/>
                    <a:pt x="21" y="20079"/>
                    <a:pt x="21" y="26189"/>
                  </a:cubicBezTo>
                  <a:cubicBezTo>
                    <a:pt x="62" y="35638"/>
                    <a:pt x="103" y="43316"/>
                    <a:pt x="164" y="50973"/>
                  </a:cubicBezTo>
                  <a:cubicBezTo>
                    <a:pt x="164" y="52012"/>
                    <a:pt x="266" y="53051"/>
                    <a:pt x="306" y="54069"/>
                  </a:cubicBezTo>
                  <a:cubicBezTo>
                    <a:pt x="327" y="54599"/>
                    <a:pt x="571" y="54965"/>
                    <a:pt x="1019" y="55210"/>
                  </a:cubicBezTo>
                  <a:cubicBezTo>
                    <a:pt x="1202" y="55311"/>
                    <a:pt x="1365" y="55535"/>
                    <a:pt x="1406" y="55739"/>
                  </a:cubicBezTo>
                  <a:cubicBezTo>
                    <a:pt x="1488" y="56106"/>
                    <a:pt x="1508" y="56493"/>
                    <a:pt x="1508" y="56879"/>
                  </a:cubicBezTo>
                  <a:cubicBezTo>
                    <a:pt x="1488" y="60627"/>
                    <a:pt x="1488" y="64354"/>
                    <a:pt x="1427" y="68081"/>
                  </a:cubicBezTo>
                  <a:cubicBezTo>
                    <a:pt x="1386" y="70076"/>
                    <a:pt x="1264" y="72072"/>
                    <a:pt x="1080" y="74048"/>
                  </a:cubicBezTo>
                  <a:lnTo>
                    <a:pt x="6559" y="74048"/>
                  </a:lnTo>
                  <a:cubicBezTo>
                    <a:pt x="6498" y="73559"/>
                    <a:pt x="6457" y="73090"/>
                    <a:pt x="6416" y="72602"/>
                  </a:cubicBezTo>
                  <a:cubicBezTo>
                    <a:pt x="6233" y="70097"/>
                    <a:pt x="6151" y="67592"/>
                    <a:pt x="6111" y="65087"/>
                  </a:cubicBezTo>
                  <a:cubicBezTo>
                    <a:pt x="6050" y="62378"/>
                    <a:pt x="6090" y="59670"/>
                    <a:pt x="6070" y="56941"/>
                  </a:cubicBezTo>
                  <a:cubicBezTo>
                    <a:pt x="6070" y="56737"/>
                    <a:pt x="6070" y="56554"/>
                    <a:pt x="6090" y="56350"/>
                  </a:cubicBezTo>
                  <a:cubicBezTo>
                    <a:pt x="6131" y="55576"/>
                    <a:pt x="6131" y="55576"/>
                    <a:pt x="6823" y="55332"/>
                  </a:cubicBezTo>
                  <a:cubicBezTo>
                    <a:pt x="7658" y="55026"/>
                    <a:pt x="8127" y="54395"/>
                    <a:pt x="8453" y="53601"/>
                  </a:cubicBezTo>
                  <a:cubicBezTo>
                    <a:pt x="9227" y="51727"/>
                    <a:pt x="9349" y="49752"/>
                    <a:pt x="9471" y="47776"/>
                  </a:cubicBezTo>
                  <a:cubicBezTo>
                    <a:pt x="9919" y="39976"/>
                    <a:pt x="9675" y="32156"/>
                    <a:pt x="9552" y="24335"/>
                  </a:cubicBezTo>
                  <a:cubicBezTo>
                    <a:pt x="9491" y="21281"/>
                    <a:pt x="9349" y="18205"/>
                    <a:pt x="9064" y="15130"/>
                  </a:cubicBezTo>
                  <a:cubicBezTo>
                    <a:pt x="8880" y="12910"/>
                    <a:pt x="8412" y="10711"/>
                    <a:pt x="8005" y="8511"/>
                  </a:cubicBezTo>
                  <a:cubicBezTo>
                    <a:pt x="7658" y="6638"/>
                    <a:pt x="7088" y="4805"/>
                    <a:pt x="6151" y="3114"/>
                  </a:cubicBezTo>
                  <a:cubicBezTo>
                    <a:pt x="5703" y="2320"/>
                    <a:pt x="5153" y="1567"/>
                    <a:pt x="4522" y="874"/>
                  </a:cubicBezTo>
                  <a:cubicBezTo>
                    <a:pt x="4000" y="262"/>
                    <a:pt x="3335" y="0"/>
                    <a:pt x="26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996163" y="3715389"/>
              <a:ext cx="800103" cy="3339211"/>
            </a:xfrm>
            <a:custGeom>
              <a:avLst/>
              <a:gdLst/>
              <a:ahLst/>
              <a:cxnLst/>
              <a:rect l="l" t="t" r="r" b="b"/>
              <a:pathLst>
                <a:path w="16273" h="67915" extrusionOk="0">
                  <a:moveTo>
                    <a:pt x="8175" y="1"/>
                  </a:moveTo>
                  <a:cubicBezTo>
                    <a:pt x="7393" y="1"/>
                    <a:pt x="6609" y="454"/>
                    <a:pt x="6070" y="1360"/>
                  </a:cubicBezTo>
                  <a:cubicBezTo>
                    <a:pt x="5377" y="2480"/>
                    <a:pt x="5092" y="3743"/>
                    <a:pt x="5031" y="5026"/>
                  </a:cubicBezTo>
                  <a:cubicBezTo>
                    <a:pt x="4807" y="10402"/>
                    <a:pt x="5214" y="15494"/>
                    <a:pt x="5825" y="20850"/>
                  </a:cubicBezTo>
                  <a:cubicBezTo>
                    <a:pt x="6477" y="26532"/>
                    <a:pt x="7108" y="32234"/>
                    <a:pt x="7047" y="37977"/>
                  </a:cubicBezTo>
                  <a:cubicBezTo>
                    <a:pt x="7006" y="40828"/>
                    <a:pt x="7067" y="43700"/>
                    <a:pt x="7027" y="46551"/>
                  </a:cubicBezTo>
                  <a:cubicBezTo>
                    <a:pt x="7006" y="47366"/>
                    <a:pt x="6823" y="48201"/>
                    <a:pt x="6640" y="49015"/>
                  </a:cubicBezTo>
                  <a:cubicBezTo>
                    <a:pt x="6518" y="49545"/>
                    <a:pt x="6151" y="49952"/>
                    <a:pt x="5601" y="50136"/>
                  </a:cubicBezTo>
                  <a:cubicBezTo>
                    <a:pt x="2709" y="51032"/>
                    <a:pt x="1202" y="53129"/>
                    <a:pt x="612" y="55980"/>
                  </a:cubicBezTo>
                  <a:cubicBezTo>
                    <a:pt x="1" y="58974"/>
                    <a:pt x="408" y="61907"/>
                    <a:pt x="1182" y="64799"/>
                  </a:cubicBezTo>
                  <a:cubicBezTo>
                    <a:pt x="1467" y="65878"/>
                    <a:pt x="1833" y="66917"/>
                    <a:pt x="2261" y="67915"/>
                  </a:cubicBezTo>
                  <a:lnTo>
                    <a:pt x="14053" y="67915"/>
                  </a:lnTo>
                  <a:cubicBezTo>
                    <a:pt x="14175" y="67609"/>
                    <a:pt x="14297" y="67324"/>
                    <a:pt x="14419" y="67019"/>
                  </a:cubicBezTo>
                  <a:cubicBezTo>
                    <a:pt x="15662" y="63801"/>
                    <a:pt x="16273" y="60481"/>
                    <a:pt x="15906" y="57019"/>
                  </a:cubicBezTo>
                  <a:cubicBezTo>
                    <a:pt x="15743" y="55492"/>
                    <a:pt x="15275" y="54046"/>
                    <a:pt x="14399" y="52763"/>
                  </a:cubicBezTo>
                  <a:cubicBezTo>
                    <a:pt x="13544" y="51541"/>
                    <a:pt x="12403" y="50685"/>
                    <a:pt x="10998" y="50237"/>
                  </a:cubicBezTo>
                  <a:cubicBezTo>
                    <a:pt x="10244" y="49993"/>
                    <a:pt x="9776" y="49525"/>
                    <a:pt x="9613" y="48812"/>
                  </a:cubicBezTo>
                  <a:cubicBezTo>
                    <a:pt x="9450" y="48038"/>
                    <a:pt x="9348" y="47244"/>
                    <a:pt x="9328" y="46470"/>
                  </a:cubicBezTo>
                  <a:cubicBezTo>
                    <a:pt x="9267" y="44902"/>
                    <a:pt x="9308" y="43333"/>
                    <a:pt x="9308" y="41745"/>
                  </a:cubicBezTo>
                  <a:cubicBezTo>
                    <a:pt x="9308" y="39260"/>
                    <a:pt x="9226" y="36755"/>
                    <a:pt x="9369" y="34271"/>
                  </a:cubicBezTo>
                  <a:cubicBezTo>
                    <a:pt x="9572" y="30625"/>
                    <a:pt x="9919" y="27000"/>
                    <a:pt x="10244" y="23375"/>
                  </a:cubicBezTo>
                  <a:cubicBezTo>
                    <a:pt x="10346" y="21970"/>
                    <a:pt x="10550" y="20565"/>
                    <a:pt x="10672" y="19139"/>
                  </a:cubicBezTo>
                  <a:cubicBezTo>
                    <a:pt x="10917" y="16451"/>
                    <a:pt x="11181" y="13742"/>
                    <a:pt x="11324" y="11034"/>
                  </a:cubicBezTo>
                  <a:cubicBezTo>
                    <a:pt x="11446" y="8529"/>
                    <a:pt x="11609" y="6024"/>
                    <a:pt x="11079" y="3560"/>
                  </a:cubicBezTo>
                  <a:cubicBezTo>
                    <a:pt x="10917" y="2806"/>
                    <a:pt x="10652" y="2032"/>
                    <a:pt x="10265" y="1360"/>
                  </a:cubicBezTo>
                  <a:cubicBezTo>
                    <a:pt x="9735" y="454"/>
                    <a:pt x="8956" y="1"/>
                    <a:pt x="81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886341" y="3646309"/>
              <a:ext cx="777092" cy="3408291"/>
            </a:xfrm>
            <a:custGeom>
              <a:avLst/>
              <a:gdLst/>
              <a:ahLst/>
              <a:cxnLst/>
              <a:rect l="l" t="t" r="r" b="b"/>
              <a:pathLst>
                <a:path w="15805" h="69320" extrusionOk="0">
                  <a:moveTo>
                    <a:pt x="7897" y="1"/>
                  </a:moveTo>
                  <a:cubicBezTo>
                    <a:pt x="7054" y="1"/>
                    <a:pt x="6217" y="309"/>
                    <a:pt x="5438" y="912"/>
                  </a:cubicBezTo>
                  <a:cubicBezTo>
                    <a:pt x="3605" y="2317"/>
                    <a:pt x="2607" y="4252"/>
                    <a:pt x="1793" y="6329"/>
                  </a:cubicBezTo>
                  <a:cubicBezTo>
                    <a:pt x="591" y="9465"/>
                    <a:pt x="1" y="12683"/>
                    <a:pt x="367" y="16043"/>
                  </a:cubicBezTo>
                  <a:cubicBezTo>
                    <a:pt x="510" y="17530"/>
                    <a:pt x="958" y="18935"/>
                    <a:pt x="1813" y="20178"/>
                  </a:cubicBezTo>
                  <a:cubicBezTo>
                    <a:pt x="2648" y="21379"/>
                    <a:pt x="3748" y="22194"/>
                    <a:pt x="5112" y="22642"/>
                  </a:cubicBezTo>
                  <a:cubicBezTo>
                    <a:pt x="5846" y="22866"/>
                    <a:pt x="6314" y="23314"/>
                    <a:pt x="6456" y="24027"/>
                  </a:cubicBezTo>
                  <a:cubicBezTo>
                    <a:pt x="6619" y="24760"/>
                    <a:pt x="6721" y="25534"/>
                    <a:pt x="6742" y="26287"/>
                  </a:cubicBezTo>
                  <a:cubicBezTo>
                    <a:pt x="6803" y="27815"/>
                    <a:pt x="6762" y="29342"/>
                    <a:pt x="6762" y="30870"/>
                  </a:cubicBezTo>
                  <a:cubicBezTo>
                    <a:pt x="6762" y="33293"/>
                    <a:pt x="6843" y="35717"/>
                    <a:pt x="6701" y="38140"/>
                  </a:cubicBezTo>
                  <a:cubicBezTo>
                    <a:pt x="6497" y="41663"/>
                    <a:pt x="6151" y="45186"/>
                    <a:pt x="5866" y="48710"/>
                  </a:cubicBezTo>
                  <a:cubicBezTo>
                    <a:pt x="5744" y="50074"/>
                    <a:pt x="5560" y="51439"/>
                    <a:pt x="5438" y="52824"/>
                  </a:cubicBezTo>
                  <a:cubicBezTo>
                    <a:pt x="5214" y="55451"/>
                    <a:pt x="4929" y="58078"/>
                    <a:pt x="4807" y="60705"/>
                  </a:cubicBezTo>
                  <a:cubicBezTo>
                    <a:pt x="4685" y="63128"/>
                    <a:pt x="4522" y="65552"/>
                    <a:pt x="5051" y="67955"/>
                  </a:cubicBezTo>
                  <a:cubicBezTo>
                    <a:pt x="5153" y="68424"/>
                    <a:pt x="5296" y="68872"/>
                    <a:pt x="5459" y="69320"/>
                  </a:cubicBezTo>
                  <a:lnTo>
                    <a:pt x="10326" y="69320"/>
                  </a:lnTo>
                  <a:cubicBezTo>
                    <a:pt x="10693" y="68444"/>
                    <a:pt x="10876" y="67487"/>
                    <a:pt x="10896" y="66530"/>
                  </a:cubicBezTo>
                  <a:cubicBezTo>
                    <a:pt x="11120" y="61316"/>
                    <a:pt x="10733" y="56367"/>
                    <a:pt x="10143" y="51174"/>
                  </a:cubicBezTo>
                  <a:cubicBezTo>
                    <a:pt x="9511" y="45655"/>
                    <a:pt x="8900" y="40115"/>
                    <a:pt x="8961" y="34535"/>
                  </a:cubicBezTo>
                  <a:cubicBezTo>
                    <a:pt x="8982" y="31766"/>
                    <a:pt x="8941" y="28976"/>
                    <a:pt x="8982" y="26206"/>
                  </a:cubicBezTo>
                  <a:cubicBezTo>
                    <a:pt x="9002" y="25412"/>
                    <a:pt x="9165" y="24597"/>
                    <a:pt x="9348" y="23823"/>
                  </a:cubicBezTo>
                  <a:cubicBezTo>
                    <a:pt x="9471" y="23314"/>
                    <a:pt x="9817" y="22907"/>
                    <a:pt x="10367" y="22723"/>
                  </a:cubicBezTo>
                  <a:cubicBezTo>
                    <a:pt x="13157" y="21848"/>
                    <a:pt x="14643" y="19811"/>
                    <a:pt x="15214" y="17062"/>
                  </a:cubicBezTo>
                  <a:cubicBezTo>
                    <a:pt x="15804" y="14149"/>
                    <a:pt x="15397" y="11298"/>
                    <a:pt x="14643" y="8488"/>
                  </a:cubicBezTo>
                  <a:cubicBezTo>
                    <a:pt x="14134" y="6553"/>
                    <a:pt x="13381" y="4700"/>
                    <a:pt x="12261" y="3030"/>
                  </a:cubicBezTo>
                  <a:cubicBezTo>
                    <a:pt x="11650" y="2134"/>
                    <a:pt x="10957" y="1299"/>
                    <a:pt x="10041" y="688"/>
                  </a:cubicBezTo>
                  <a:cubicBezTo>
                    <a:pt x="9345" y="227"/>
                    <a:pt x="8619" y="1"/>
                    <a:pt x="78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-1508554" y="6908275"/>
            <a:ext cx="7982" cy="178319"/>
          </a:xfrm>
          <a:custGeom>
            <a:avLst/>
            <a:gdLst/>
            <a:ahLst/>
            <a:cxnLst/>
            <a:rect l="l" t="t" r="r" b="b"/>
            <a:pathLst>
              <a:path w="164" h="3626" extrusionOk="0">
                <a:moveTo>
                  <a:pt x="0" y="1"/>
                </a:moveTo>
                <a:lnTo>
                  <a:pt x="0" y="3626"/>
                </a:lnTo>
                <a:lnTo>
                  <a:pt x="163" y="3626"/>
                </a:lnTo>
                <a:cubicBezTo>
                  <a:pt x="102" y="2424"/>
                  <a:pt x="61" y="1222"/>
                  <a:pt x="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noFill/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-2743200" y="-209550"/>
            <a:ext cx="5676900" cy="594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c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28" name="Google Shape;28;p3"/>
          <p:cNvSpPr/>
          <p:nvPr/>
        </p:nvSpPr>
        <p:spPr>
          <a:xfrm rot="10800000" flipH="1">
            <a:off x="621010" y="1302115"/>
            <a:ext cx="1638279" cy="7853332"/>
          </a:xfrm>
          <a:custGeom>
            <a:avLst/>
            <a:gdLst/>
            <a:ahLst/>
            <a:cxnLst/>
            <a:rect l="l" t="t" r="r" b="b"/>
            <a:pathLst>
              <a:path w="16966" h="81329" extrusionOk="0">
                <a:moveTo>
                  <a:pt x="8539" y="1"/>
                </a:moveTo>
                <a:cubicBezTo>
                  <a:pt x="7826" y="1"/>
                  <a:pt x="7110" y="352"/>
                  <a:pt x="6559" y="1047"/>
                </a:cubicBezTo>
                <a:cubicBezTo>
                  <a:pt x="5866" y="1923"/>
                  <a:pt x="5479" y="2961"/>
                  <a:pt x="5357" y="4041"/>
                </a:cubicBezTo>
                <a:cubicBezTo>
                  <a:pt x="5194" y="5649"/>
                  <a:pt x="5031" y="7279"/>
                  <a:pt x="5051" y="8888"/>
                </a:cubicBezTo>
                <a:cubicBezTo>
                  <a:pt x="5113" y="11576"/>
                  <a:pt x="5235" y="14284"/>
                  <a:pt x="5459" y="16973"/>
                </a:cubicBezTo>
                <a:cubicBezTo>
                  <a:pt x="5703" y="20007"/>
                  <a:pt x="6131" y="23042"/>
                  <a:pt x="6436" y="26076"/>
                </a:cubicBezTo>
                <a:cubicBezTo>
                  <a:pt x="6721" y="28866"/>
                  <a:pt x="7068" y="31656"/>
                  <a:pt x="7149" y="34446"/>
                </a:cubicBezTo>
                <a:cubicBezTo>
                  <a:pt x="7292" y="40454"/>
                  <a:pt x="7292" y="46462"/>
                  <a:pt x="7312" y="52470"/>
                </a:cubicBezTo>
                <a:cubicBezTo>
                  <a:pt x="7312" y="53203"/>
                  <a:pt x="7149" y="53977"/>
                  <a:pt x="6986" y="54710"/>
                </a:cubicBezTo>
                <a:cubicBezTo>
                  <a:pt x="6803" y="55484"/>
                  <a:pt x="6314" y="55973"/>
                  <a:pt x="5520" y="56237"/>
                </a:cubicBezTo>
                <a:cubicBezTo>
                  <a:pt x="2750" y="57154"/>
                  <a:pt x="1223" y="59211"/>
                  <a:pt x="530" y="61940"/>
                </a:cubicBezTo>
                <a:cubicBezTo>
                  <a:pt x="1" y="63956"/>
                  <a:pt x="21" y="65993"/>
                  <a:pt x="266" y="68049"/>
                </a:cubicBezTo>
                <a:cubicBezTo>
                  <a:pt x="673" y="71288"/>
                  <a:pt x="1569" y="74363"/>
                  <a:pt x="3198" y="77214"/>
                </a:cubicBezTo>
                <a:cubicBezTo>
                  <a:pt x="3911" y="78436"/>
                  <a:pt x="4766" y="79536"/>
                  <a:pt x="5927" y="80391"/>
                </a:cubicBezTo>
                <a:cubicBezTo>
                  <a:pt x="6746" y="80992"/>
                  <a:pt x="7613" y="81328"/>
                  <a:pt x="8524" y="81328"/>
                </a:cubicBezTo>
                <a:cubicBezTo>
                  <a:pt x="9062" y="81328"/>
                  <a:pt x="9616" y="81211"/>
                  <a:pt x="10184" y="80961"/>
                </a:cubicBezTo>
                <a:cubicBezTo>
                  <a:pt x="11080" y="80554"/>
                  <a:pt x="11792" y="79923"/>
                  <a:pt x="12424" y="79189"/>
                </a:cubicBezTo>
                <a:cubicBezTo>
                  <a:pt x="14888" y="76318"/>
                  <a:pt x="15967" y="72856"/>
                  <a:pt x="16619" y="69231"/>
                </a:cubicBezTo>
                <a:cubicBezTo>
                  <a:pt x="16843" y="68029"/>
                  <a:pt x="16904" y="66807"/>
                  <a:pt x="16965" y="66115"/>
                </a:cubicBezTo>
                <a:cubicBezTo>
                  <a:pt x="16945" y="63488"/>
                  <a:pt x="16680" y="61451"/>
                  <a:pt x="15621" y="59577"/>
                </a:cubicBezTo>
                <a:cubicBezTo>
                  <a:pt x="14684" y="57948"/>
                  <a:pt x="13340" y="56808"/>
                  <a:pt x="11548" y="56237"/>
                </a:cubicBezTo>
                <a:cubicBezTo>
                  <a:pt x="10733" y="55993"/>
                  <a:pt x="10265" y="55464"/>
                  <a:pt x="10082" y="54710"/>
                </a:cubicBezTo>
                <a:cubicBezTo>
                  <a:pt x="9919" y="54058"/>
                  <a:pt x="9776" y="53386"/>
                  <a:pt x="9776" y="52714"/>
                </a:cubicBezTo>
                <a:cubicBezTo>
                  <a:pt x="9736" y="47684"/>
                  <a:pt x="9715" y="42654"/>
                  <a:pt x="9776" y="37623"/>
                </a:cubicBezTo>
                <a:cubicBezTo>
                  <a:pt x="9817" y="33896"/>
                  <a:pt x="10143" y="30170"/>
                  <a:pt x="10591" y="26463"/>
                </a:cubicBezTo>
                <a:cubicBezTo>
                  <a:pt x="10957" y="23306"/>
                  <a:pt x="11365" y="20170"/>
                  <a:pt x="11609" y="16993"/>
                </a:cubicBezTo>
                <a:cubicBezTo>
                  <a:pt x="11833" y="13979"/>
                  <a:pt x="11915" y="10965"/>
                  <a:pt x="11996" y="7930"/>
                </a:cubicBezTo>
                <a:cubicBezTo>
                  <a:pt x="12057" y="6179"/>
                  <a:pt x="11976" y="4387"/>
                  <a:pt x="11365" y="2717"/>
                </a:cubicBezTo>
                <a:cubicBezTo>
                  <a:pt x="11161" y="2126"/>
                  <a:pt x="10876" y="1536"/>
                  <a:pt x="10489" y="1047"/>
                </a:cubicBezTo>
                <a:cubicBezTo>
                  <a:pt x="9951" y="347"/>
                  <a:pt x="9247" y="1"/>
                  <a:pt x="853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hasCustomPrompt="1"/>
          </p:nvPr>
        </p:nvSpPr>
        <p:spPr>
          <a:xfrm>
            <a:off x="567900" y="1842725"/>
            <a:ext cx="1744500" cy="1346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Fjalla One"/>
              <a:buNone/>
              <a:defRPr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Fjalla One"/>
              <a:buNone/>
              <a:defRPr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Fjalla One"/>
              <a:buNone/>
              <a:defRPr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Fjalla One"/>
              <a:buNone/>
              <a:defRPr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Fjalla One"/>
              <a:buNone/>
              <a:defRPr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Fjalla One"/>
              <a:buNone/>
              <a:defRPr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Fjalla One"/>
              <a:buNone/>
              <a:defRPr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Fjalla One"/>
              <a:buNone/>
              <a:defRPr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"/>
          </p:nvPr>
        </p:nvSpPr>
        <p:spPr>
          <a:xfrm>
            <a:off x="3511300" y="1263575"/>
            <a:ext cx="4590300" cy="250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5500"/>
              <a:buFont typeface="Fjalla One"/>
              <a:buNone/>
              <a:defRPr sz="5500">
                <a:latin typeface="Fjalla One"/>
                <a:ea typeface="Fjalla One"/>
                <a:cs typeface="Fjalla One"/>
                <a:sym typeface="Fjall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500"/>
              <a:buFont typeface="Fjalla One"/>
              <a:buNone/>
              <a:defRPr sz="5500">
                <a:latin typeface="Fjalla One"/>
                <a:ea typeface="Fjalla One"/>
                <a:cs typeface="Fjalla One"/>
                <a:sym typeface="Fjall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500"/>
              <a:buFont typeface="Fjalla One"/>
              <a:buNone/>
              <a:defRPr sz="5500">
                <a:latin typeface="Fjalla One"/>
                <a:ea typeface="Fjalla One"/>
                <a:cs typeface="Fjalla One"/>
                <a:sym typeface="Fjall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500"/>
              <a:buFont typeface="Fjalla One"/>
              <a:buNone/>
              <a:defRPr sz="5500">
                <a:latin typeface="Fjalla One"/>
                <a:ea typeface="Fjalla One"/>
                <a:cs typeface="Fjalla One"/>
                <a:sym typeface="Fjall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500"/>
              <a:buFont typeface="Fjalla One"/>
              <a:buNone/>
              <a:defRPr sz="5500">
                <a:latin typeface="Fjalla One"/>
                <a:ea typeface="Fjalla One"/>
                <a:cs typeface="Fjalla One"/>
                <a:sym typeface="Fjall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500"/>
              <a:buFont typeface="Fjalla One"/>
              <a:buNone/>
              <a:defRPr sz="5500">
                <a:latin typeface="Fjalla One"/>
                <a:ea typeface="Fjalla One"/>
                <a:cs typeface="Fjalla One"/>
                <a:sym typeface="Fjall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500"/>
              <a:buFont typeface="Fjalla One"/>
              <a:buNone/>
              <a:defRPr sz="5500">
                <a:latin typeface="Fjalla One"/>
                <a:ea typeface="Fjalla One"/>
                <a:cs typeface="Fjalla One"/>
                <a:sym typeface="Fjall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500"/>
              <a:buFont typeface="Fjalla One"/>
              <a:buNone/>
              <a:defRPr sz="5500"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  <p:grpSp>
        <p:nvGrpSpPr>
          <p:cNvPr id="31" name="Google Shape;31;p3"/>
          <p:cNvGrpSpPr/>
          <p:nvPr/>
        </p:nvGrpSpPr>
        <p:grpSpPr>
          <a:xfrm>
            <a:off x="7830830" y="-3258786"/>
            <a:ext cx="1384319" cy="9121801"/>
            <a:chOff x="8039097" y="-3411474"/>
            <a:chExt cx="1384319" cy="9121801"/>
          </a:xfrm>
        </p:grpSpPr>
        <p:sp>
          <p:nvSpPr>
            <p:cNvPr id="32" name="Google Shape;32;p3"/>
            <p:cNvSpPr/>
            <p:nvPr/>
          </p:nvSpPr>
          <p:spPr>
            <a:xfrm flipH="1">
              <a:off x="8306920" y="-2069054"/>
              <a:ext cx="834176" cy="3998744"/>
            </a:xfrm>
            <a:custGeom>
              <a:avLst/>
              <a:gdLst/>
              <a:ahLst/>
              <a:cxnLst/>
              <a:rect l="l" t="t" r="r" b="b"/>
              <a:pathLst>
                <a:path w="16966" h="81329" extrusionOk="0">
                  <a:moveTo>
                    <a:pt x="8539" y="1"/>
                  </a:moveTo>
                  <a:cubicBezTo>
                    <a:pt x="7826" y="1"/>
                    <a:pt x="7110" y="352"/>
                    <a:pt x="6559" y="1047"/>
                  </a:cubicBezTo>
                  <a:cubicBezTo>
                    <a:pt x="5866" y="1923"/>
                    <a:pt x="5479" y="2961"/>
                    <a:pt x="5357" y="4041"/>
                  </a:cubicBezTo>
                  <a:cubicBezTo>
                    <a:pt x="5194" y="5649"/>
                    <a:pt x="5031" y="7279"/>
                    <a:pt x="5051" y="8888"/>
                  </a:cubicBezTo>
                  <a:cubicBezTo>
                    <a:pt x="5113" y="11576"/>
                    <a:pt x="5235" y="14284"/>
                    <a:pt x="5459" y="16973"/>
                  </a:cubicBezTo>
                  <a:cubicBezTo>
                    <a:pt x="5703" y="20007"/>
                    <a:pt x="6131" y="23042"/>
                    <a:pt x="6436" y="26076"/>
                  </a:cubicBezTo>
                  <a:cubicBezTo>
                    <a:pt x="6721" y="28866"/>
                    <a:pt x="7068" y="31656"/>
                    <a:pt x="7149" y="34446"/>
                  </a:cubicBezTo>
                  <a:cubicBezTo>
                    <a:pt x="7292" y="40454"/>
                    <a:pt x="7292" y="46462"/>
                    <a:pt x="7312" y="52470"/>
                  </a:cubicBezTo>
                  <a:cubicBezTo>
                    <a:pt x="7312" y="53203"/>
                    <a:pt x="7149" y="53977"/>
                    <a:pt x="6986" y="54710"/>
                  </a:cubicBezTo>
                  <a:cubicBezTo>
                    <a:pt x="6803" y="55484"/>
                    <a:pt x="6314" y="55973"/>
                    <a:pt x="5520" y="56237"/>
                  </a:cubicBezTo>
                  <a:cubicBezTo>
                    <a:pt x="2750" y="57154"/>
                    <a:pt x="1223" y="59211"/>
                    <a:pt x="530" y="61940"/>
                  </a:cubicBezTo>
                  <a:cubicBezTo>
                    <a:pt x="1" y="63956"/>
                    <a:pt x="21" y="65993"/>
                    <a:pt x="266" y="68049"/>
                  </a:cubicBezTo>
                  <a:cubicBezTo>
                    <a:pt x="673" y="71288"/>
                    <a:pt x="1569" y="74363"/>
                    <a:pt x="3198" y="77214"/>
                  </a:cubicBezTo>
                  <a:cubicBezTo>
                    <a:pt x="3911" y="78436"/>
                    <a:pt x="4766" y="79536"/>
                    <a:pt x="5927" y="80391"/>
                  </a:cubicBezTo>
                  <a:cubicBezTo>
                    <a:pt x="6746" y="80992"/>
                    <a:pt x="7613" y="81328"/>
                    <a:pt x="8524" y="81328"/>
                  </a:cubicBezTo>
                  <a:cubicBezTo>
                    <a:pt x="9062" y="81328"/>
                    <a:pt x="9616" y="81211"/>
                    <a:pt x="10184" y="80961"/>
                  </a:cubicBezTo>
                  <a:cubicBezTo>
                    <a:pt x="11080" y="80554"/>
                    <a:pt x="11792" y="79923"/>
                    <a:pt x="12424" y="79189"/>
                  </a:cubicBezTo>
                  <a:cubicBezTo>
                    <a:pt x="14888" y="76318"/>
                    <a:pt x="15967" y="72856"/>
                    <a:pt x="16619" y="69231"/>
                  </a:cubicBezTo>
                  <a:cubicBezTo>
                    <a:pt x="16843" y="68029"/>
                    <a:pt x="16904" y="66807"/>
                    <a:pt x="16965" y="66115"/>
                  </a:cubicBezTo>
                  <a:cubicBezTo>
                    <a:pt x="16945" y="63488"/>
                    <a:pt x="16680" y="61451"/>
                    <a:pt x="15621" y="59577"/>
                  </a:cubicBezTo>
                  <a:cubicBezTo>
                    <a:pt x="14684" y="57948"/>
                    <a:pt x="13340" y="56808"/>
                    <a:pt x="11548" y="56237"/>
                  </a:cubicBezTo>
                  <a:cubicBezTo>
                    <a:pt x="10733" y="55993"/>
                    <a:pt x="10265" y="55464"/>
                    <a:pt x="10082" y="54710"/>
                  </a:cubicBezTo>
                  <a:cubicBezTo>
                    <a:pt x="9919" y="54058"/>
                    <a:pt x="9776" y="53386"/>
                    <a:pt x="9776" y="52714"/>
                  </a:cubicBezTo>
                  <a:cubicBezTo>
                    <a:pt x="9736" y="47684"/>
                    <a:pt x="9715" y="42654"/>
                    <a:pt x="9776" y="37623"/>
                  </a:cubicBezTo>
                  <a:cubicBezTo>
                    <a:pt x="9817" y="33896"/>
                    <a:pt x="10143" y="30170"/>
                    <a:pt x="10591" y="26463"/>
                  </a:cubicBezTo>
                  <a:cubicBezTo>
                    <a:pt x="10957" y="23306"/>
                    <a:pt x="11365" y="20170"/>
                    <a:pt x="11609" y="16993"/>
                  </a:cubicBezTo>
                  <a:cubicBezTo>
                    <a:pt x="11833" y="13979"/>
                    <a:pt x="11915" y="10965"/>
                    <a:pt x="11996" y="7930"/>
                  </a:cubicBezTo>
                  <a:cubicBezTo>
                    <a:pt x="12057" y="6179"/>
                    <a:pt x="11976" y="4387"/>
                    <a:pt x="11365" y="2717"/>
                  </a:cubicBezTo>
                  <a:cubicBezTo>
                    <a:pt x="11161" y="2126"/>
                    <a:pt x="10876" y="1536"/>
                    <a:pt x="10489" y="1047"/>
                  </a:cubicBezTo>
                  <a:cubicBezTo>
                    <a:pt x="9951" y="347"/>
                    <a:pt x="9247" y="1"/>
                    <a:pt x="85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806560" y="-3411474"/>
              <a:ext cx="616855" cy="3815103"/>
            </a:xfrm>
            <a:custGeom>
              <a:avLst/>
              <a:gdLst/>
              <a:ahLst/>
              <a:cxnLst/>
              <a:rect l="l" t="t" r="r" b="b"/>
              <a:pathLst>
                <a:path w="12546" h="77594" extrusionOk="0">
                  <a:moveTo>
                    <a:pt x="4703" y="0"/>
                  </a:moveTo>
                  <a:cubicBezTo>
                    <a:pt x="4690" y="0"/>
                    <a:pt x="4677" y="0"/>
                    <a:pt x="4664" y="1"/>
                  </a:cubicBezTo>
                  <a:cubicBezTo>
                    <a:pt x="4257" y="21"/>
                    <a:pt x="3992" y="245"/>
                    <a:pt x="3952" y="653"/>
                  </a:cubicBezTo>
                  <a:cubicBezTo>
                    <a:pt x="3911" y="1264"/>
                    <a:pt x="3911" y="1854"/>
                    <a:pt x="3890" y="2465"/>
                  </a:cubicBezTo>
                  <a:cubicBezTo>
                    <a:pt x="3829" y="5296"/>
                    <a:pt x="3768" y="8127"/>
                    <a:pt x="3687" y="10958"/>
                  </a:cubicBezTo>
                  <a:cubicBezTo>
                    <a:pt x="3646" y="13198"/>
                    <a:pt x="3585" y="15438"/>
                    <a:pt x="3524" y="17658"/>
                  </a:cubicBezTo>
                  <a:cubicBezTo>
                    <a:pt x="3524" y="17780"/>
                    <a:pt x="3544" y="17963"/>
                    <a:pt x="3483" y="18025"/>
                  </a:cubicBezTo>
                  <a:cubicBezTo>
                    <a:pt x="3300" y="18187"/>
                    <a:pt x="3076" y="18391"/>
                    <a:pt x="2872" y="18411"/>
                  </a:cubicBezTo>
                  <a:cubicBezTo>
                    <a:pt x="2709" y="18411"/>
                    <a:pt x="2485" y="18167"/>
                    <a:pt x="2363" y="17984"/>
                  </a:cubicBezTo>
                  <a:cubicBezTo>
                    <a:pt x="2282" y="17882"/>
                    <a:pt x="2322" y="17760"/>
                    <a:pt x="2322" y="17597"/>
                  </a:cubicBezTo>
                  <a:cubicBezTo>
                    <a:pt x="2322" y="12057"/>
                    <a:pt x="2241" y="6538"/>
                    <a:pt x="2200" y="999"/>
                  </a:cubicBezTo>
                  <a:cubicBezTo>
                    <a:pt x="2200" y="734"/>
                    <a:pt x="2078" y="347"/>
                    <a:pt x="1874" y="184"/>
                  </a:cubicBezTo>
                  <a:cubicBezTo>
                    <a:pt x="1739" y="67"/>
                    <a:pt x="1589" y="14"/>
                    <a:pt x="1443" y="14"/>
                  </a:cubicBezTo>
                  <a:cubicBezTo>
                    <a:pt x="1083" y="14"/>
                    <a:pt x="748" y="337"/>
                    <a:pt x="734" y="816"/>
                  </a:cubicBezTo>
                  <a:cubicBezTo>
                    <a:pt x="652" y="2099"/>
                    <a:pt x="612" y="3361"/>
                    <a:pt x="551" y="4644"/>
                  </a:cubicBezTo>
                  <a:cubicBezTo>
                    <a:pt x="388" y="8921"/>
                    <a:pt x="164" y="13198"/>
                    <a:pt x="41" y="17495"/>
                  </a:cubicBezTo>
                  <a:cubicBezTo>
                    <a:pt x="1" y="19063"/>
                    <a:pt x="41" y="20672"/>
                    <a:pt x="204" y="22240"/>
                  </a:cubicBezTo>
                  <a:cubicBezTo>
                    <a:pt x="388" y="23910"/>
                    <a:pt x="1080" y="25417"/>
                    <a:pt x="2200" y="26680"/>
                  </a:cubicBezTo>
                  <a:cubicBezTo>
                    <a:pt x="2567" y="27087"/>
                    <a:pt x="2974" y="27535"/>
                    <a:pt x="3442" y="27780"/>
                  </a:cubicBezTo>
                  <a:cubicBezTo>
                    <a:pt x="4461" y="28289"/>
                    <a:pt x="4787" y="29185"/>
                    <a:pt x="4888" y="30183"/>
                  </a:cubicBezTo>
                  <a:cubicBezTo>
                    <a:pt x="5011" y="31303"/>
                    <a:pt x="5011" y="32423"/>
                    <a:pt x="5031" y="33543"/>
                  </a:cubicBezTo>
                  <a:cubicBezTo>
                    <a:pt x="5031" y="35681"/>
                    <a:pt x="5051" y="37840"/>
                    <a:pt x="5011" y="39979"/>
                  </a:cubicBezTo>
                  <a:cubicBezTo>
                    <a:pt x="4970" y="42911"/>
                    <a:pt x="4970" y="45864"/>
                    <a:pt x="4766" y="48797"/>
                  </a:cubicBezTo>
                  <a:cubicBezTo>
                    <a:pt x="4583" y="51424"/>
                    <a:pt x="4196" y="54031"/>
                    <a:pt x="3829" y="56638"/>
                  </a:cubicBezTo>
                  <a:cubicBezTo>
                    <a:pt x="3218" y="60874"/>
                    <a:pt x="2811" y="65130"/>
                    <a:pt x="2831" y="69427"/>
                  </a:cubicBezTo>
                  <a:cubicBezTo>
                    <a:pt x="2831" y="71158"/>
                    <a:pt x="2811" y="72910"/>
                    <a:pt x="3341" y="74600"/>
                  </a:cubicBezTo>
                  <a:cubicBezTo>
                    <a:pt x="3544" y="75252"/>
                    <a:pt x="3829" y="75903"/>
                    <a:pt x="4216" y="76453"/>
                  </a:cubicBezTo>
                  <a:cubicBezTo>
                    <a:pt x="4746" y="77217"/>
                    <a:pt x="5469" y="77594"/>
                    <a:pt x="6197" y="77594"/>
                  </a:cubicBezTo>
                  <a:cubicBezTo>
                    <a:pt x="6925" y="77594"/>
                    <a:pt x="7658" y="77217"/>
                    <a:pt x="8208" y="76474"/>
                  </a:cubicBezTo>
                  <a:cubicBezTo>
                    <a:pt x="8880" y="75557"/>
                    <a:pt x="9226" y="74518"/>
                    <a:pt x="9328" y="73419"/>
                  </a:cubicBezTo>
                  <a:cubicBezTo>
                    <a:pt x="9471" y="71728"/>
                    <a:pt x="9572" y="70018"/>
                    <a:pt x="9572" y="68307"/>
                  </a:cubicBezTo>
                  <a:cubicBezTo>
                    <a:pt x="9552" y="63664"/>
                    <a:pt x="8941" y="59081"/>
                    <a:pt x="8269" y="54499"/>
                  </a:cubicBezTo>
                  <a:cubicBezTo>
                    <a:pt x="7699" y="50691"/>
                    <a:pt x="7393" y="46842"/>
                    <a:pt x="7393" y="42993"/>
                  </a:cubicBezTo>
                  <a:cubicBezTo>
                    <a:pt x="7393" y="39225"/>
                    <a:pt x="7373" y="35457"/>
                    <a:pt x="7414" y="31710"/>
                  </a:cubicBezTo>
                  <a:cubicBezTo>
                    <a:pt x="7414" y="30855"/>
                    <a:pt x="7597" y="29999"/>
                    <a:pt x="7780" y="29164"/>
                  </a:cubicBezTo>
                  <a:cubicBezTo>
                    <a:pt x="7882" y="28615"/>
                    <a:pt x="8249" y="28228"/>
                    <a:pt x="8738" y="27922"/>
                  </a:cubicBezTo>
                  <a:cubicBezTo>
                    <a:pt x="10652" y="26741"/>
                    <a:pt x="11609" y="24888"/>
                    <a:pt x="12118" y="22770"/>
                  </a:cubicBezTo>
                  <a:cubicBezTo>
                    <a:pt x="12546" y="20998"/>
                    <a:pt x="12403" y="19185"/>
                    <a:pt x="12383" y="17393"/>
                  </a:cubicBezTo>
                  <a:cubicBezTo>
                    <a:pt x="12342" y="15784"/>
                    <a:pt x="12261" y="14175"/>
                    <a:pt x="12200" y="12587"/>
                  </a:cubicBezTo>
                  <a:cubicBezTo>
                    <a:pt x="12037" y="9267"/>
                    <a:pt x="11894" y="5968"/>
                    <a:pt x="11731" y="2649"/>
                  </a:cubicBezTo>
                  <a:cubicBezTo>
                    <a:pt x="11711" y="2038"/>
                    <a:pt x="11711" y="1427"/>
                    <a:pt x="11670" y="816"/>
                  </a:cubicBezTo>
                  <a:cubicBezTo>
                    <a:pt x="11650" y="307"/>
                    <a:pt x="11344" y="1"/>
                    <a:pt x="10917" y="1"/>
                  </a:cubicBezTo>
                  <a:cubicBezTo>
                    <a:pt x="10469" y="1"/>
                    <a:pt x="10183" y="327"/>
                    <a:pt x="10183" y="836"/>
                  </a:cubicBezTo>
                  <a:cubicBezTo>
                    <a:pt x="10143" y="6396"/>
                    <a:pt x="10122" y="11935"/>
                    <a:pt x="10082" y="17495"/>
                  </a:cubicBezTo>
                  <a:cubicBezTo>
                    <a:pt x="10082" y="17597"/>
                    <a:pt x="10082" y="17719"/>
                    <a:pt x="10082" y="17821"/>
                  </a:cubicBezTo>
                  <a:cubicBezTo>
                    <a:pt x="10023" y="18212"/>
                    <a:pt x="9795" y="18453"/>
                    <a:pt x="9470" y="18453"/>
                  </a:cubicBezTo>
                  <a:cubicBezTo>
                    <a:pt x="9457" y="18453"/>
                    <a:pt x="9443" y="18453"/>
                    <a:pt x="9430" y="18452"/>
                  </a:cubicBezTo>
                  <a:cubicBezTo>
                    <a:pt x="9023" y="18411"/>
                    <a:pt x="8880" y="18126"/>
                    <a:pt x="8880" y="17780"/>
                  </a:cubicBezTo>
                  <a:cubicBezTo>
                    <a:pt x="8839" y="16741"/>
                    <a:pt x="8819" y="15703"/>
                    <a:pt x="8799" y="14685"/>
                  </a:cubicBezTo>
                  <a:cubicBezTo>
                    <a:pt x="8697" y="10265"/>
                    <a:pt x="8595" y="5866"/>
                    <a:pt x="8493" y="1447"/>
                  </a:cubicBezTo>
                  <a:cubicBezTo>
                    <a:pt x="8493" y="1223"/>
                    <a:pt x="8493" y="979"/>
                    <a:pt x="8473" y="755"/>
                  </a:cubicBezTo>
                  <a:cubicBezTo>
                    <a:pt x="8412" y="286"/>
                    <a:pt x="8106" y="1"/>
                    <a:pt x="7699" y="1"/>
                  </a:cubicBezTo>
                  <a:cubicBezTo>
                    <a:pt x="7271" y="21"/>
                    <a:pt x="6986" y="327"/>
                    <a:pt x="6966" y="816"/>
                  </a:cubicBezTo>
                  <a:cubicBezTo>
                    <a:pt x="6945" y="1752"/>
                    <a:pt x="6945" y="2710"/>
                    <a:pt x="6945" y="3667"/>
                  </a:cubicBezTo>
                  <a:cubicBezTo>
                    <a:pt x="6925" y="8310"/>
                    <a:pt x="6905" y="12954"/>
                    <a:pt x="6884" y="17597"/>
                  </a:cubicBezTo>
                  <a:cubicBezTo>
                    <a:pt x="6884" y="17963"/>
                    <a:pt x="6864" y="18289"/>
                    <a:pt x="6457" y="18432"/>
                  </a:cubicBezTo>
                  <a:cubicBezTo>
                    <a:pt x="6361" y="18461"/>
                    <a:pt x="6270" y="18475"/>
                    <a:pt x="6184" y="18475"/>
                  </a:cubicBezTo>
                  <a:cubicBezTo>
                    <a:pt x="5793" y="18475"/>
                    <a:pt x="5520" y="18183"/>
                    <a:pt x="5520" y="17699"/>
                  </a:cubicBezTo>
                  <a:cubicBezTo>
                    <a:pt x="5499" y="15418"/>
                    <a:pt x="5479" y="13137"/>
                    <a:pt x="5479" y="10856"/>
                  </a:cubicBezTo>
                  <a:cubicBezTo>
                    <a:pt x="5459" y="7577"/>
                    <a:pt x="5459" y="4319"/>
                    <a:pt x="5438" y="1040"/>
                  </a:cubicBezTo>
                  <a:cubicBezTo>
                    <a:pt x="5438" y="917"/>
                    <a:pt x="5459" y="795"/>
                    <a:pt x="5438" y="673"/>
                  </a:cubicBezTo>
                  <a:cubicBezTo>
                    <a:pt x="5379" y="280"/>
                    <a:pt x="5073" y="0"/>
                    <a:pt x="47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8039097" y="2062724"/>
              <a:ext cx="710586" cy="3647603"/>
            </a:xfrm>
            <a:custGeom>
              <a:avLst/>
              <a:gdLst/>
              <a:ahLst/>
              <a:cxnLst/>
              <a:rect l="l" t="t" r="r" b="b"/>
              <a:pathLst>
                <a:path w="11243" h="66950" extrusionOk="0">
                  <a:moveTo>
                    <a:pt x="5471" y="0"/>
                  </a:moveTo>
                  <a:cubicBezTo>
                    <a:pt x="4786" y="0"/>
                    <a:pt x="4096" y="352"/>
                    <a:pt x="3585" y="1047"/>
                  </a:cubicBezTo>
                  <a:cubicBezTo>
                    <a:pt x="2974" y="1882"/>
                    <a:pt x="2648" y="2880"/>
                    <a:pt x="2546" y="3898"/>
                  </a:cubicBezTo>
                  <a:cubicBezTo>
                    <a:pt x="2403" y="5466"/>
                    <a:pt x="2322" y="7075"/>
                    <a:pt x="2322" y="8663"/>
                  </a:cubicBezTo>
                  <a:cubicBezTo>
                    <a:pt x="2322" y="12981"/>
                    <a:pt x="2892" y="17237"/>
                    <a:pt x="3544" y="21514"/>
                  </a:cubicBezTo>
                  <a:cubicBezTo>
                    <a:pt x="4053" y="25058"/>
                    <a:pt x="4358" y="28642"/>
                    <a:pt x="4338" y="32247"/>
                  </a:cubicBezTo>
                  <a:cubicBezTo>
                    <a:pt x="4338" y="35750"/>
                    <a:pt x="4358" y="39253"/>
                    <a:pt x="4338" y="42755"/>
                  </a:cubicBezTo>
                  <a:cubicBezTo>
                    <a:pt x="4318" y="43550"/>
                    <a:pt x="4155" y="44344"/>
                    <a:pt x="3992" y="45118"/>
                  </a:cubicBezTo>
                  <a:cubicBezTo>
                    <a:pt x="3890" y="45627"/>
                    <a:pt x="3564" y="45973"/>
                    <a:pt x="3096" y="46279"/>
                  </a:cubicBezTo>
                  <a:cubicBezTo>
                    <a:pt x="1385" y="47338"/>
                    <a:pt x="489" y="48967"/>
                    <a:pt x="0" y="50840"/>
                  </a:cubicBezTo>
                  <a:lnTo>
                    <a:pt x="0" y="63325"/>
                  </a:lnTo>
                  <a:cubicBezTo>
                    <a:pt x="61" y="64546"/>
                    <a:pt x="102" y="65748"/>
                    <a:pt x="163" y="66950"/>
                  </a:cubicBezTo>
                  <a:lnTo>
                    <a:pt x="1772" y="66950"/>
                  </a:lnTo>
                  <a:cubicBezTo>
                    <a:pt x="1792" y="63304"/>
                    <a:pt x="1813" y="59638"/>
                    <a:pt x="1833" y="55993"/>
                  </a:cubicBezTo>
                  <a:cubicBezTo>
                    <a:pt x="1833" y="55891"/>
                    <a:pt x="1833" y="55789"/>
                    <a:pt x="1854" y="55687"/>
                  </a:cubicBezTo>
                  <a:cubicBezTo>
                    <a:pt x="1893" y="55317"/>
                    <a:pt x="2100" y="55096"/>
                    <a:pt x="2404" y="55096"/>
                  </a:cubicBezTo>
                  <a:cubicBezTo>
                    <a:pt x="2417" y="55096"/>
                    <a:pt x="2430" y="55096"/>
                    <a:pt x="2444" y="55097"/>
                  </a:cubicBezTo>
                  <a:cubicBezTo>
                    <a:pt x="2831" y="55138"/>
                    <a:pt x="2953" y="55402"/>
                    <a:pt x="2974" y="55728"/>
                  </a:cubicBezTo>
                  <a:cubicBezTo>
                    <a:pt x="2994" y="56685"/>
                    <a:pt x="3014" y="57643"/>
                    <a:pt x="3035" y="58620"/>
                  </a:cubicBezTo>
                  <a:cubicBezTo>
                    <a:pt x="3096" y="61390"/>
                    <a:pt x="3157" y="64160"/>
                    <a:pt x="3218" y="66950"/>
                  </a:cubicBezTo>
                  <a:lnTo>
                    <a:pt x="4766" y="66950"/>
                  </a:lnTo>
                  <a:cubicBezTo>
                    <a:pt x="4786" y="63263"/>
                    <a:pt x="4807" y="59577"/>
                    <a:pt x="4807" y="55891"/>
                  </a:cubicBezTo>
                  <a:cubicBezTo>
                    <a:pt x="4807" y="55565"/>
                    <a:pt x="4847" y="55239"/>
                    <a:pt x="5214" y="55117"/>
                  </a:cubicBezTo>
                  <a:cubicBezTo>
                    <a:pt x="5310" y="55087"/>
                    <a:pt x="5401" y="55072"/>
                    <a:pt x="5485" y="55072"/>
                  </a:cubicBezTo>
                  <a:cubicBezTo>
                    <a:pt x="5848" y="55072"/>
                    <a:pt x="6090" y="55347"/>
                    <a:pt x="6090" y="55810"/>
                  </a:cubicBezTo>
                  <a:cubicBezTo>
                    <a:pt x="6110" y="57928"/>
                    <a:pt x="6130" y="60046"/>
                    <a:pt x="6130" y="62184"/>
                  </a:cubicBezTo>
                  <a:cubicBezTo>
                    <a:pt x="6151" y="63773"/>
                    <a:pt x="6151" y="65361"/>
                    <a:pt x="6151" y="66950"/>
                  </a:cubicBezTo>
                  <a:lnTo>
                    <a:pt x="7678" y="66950"/>
                  </a:lnTo>
                  <a:cubicBezTo>
                    <a:pt x="7719" y="65320"/>
                    <a:pt x="7760" y="63691"/>
                    <a:pt x="7800" y="62082"/>
                  </a:cubicBezTo>
                  <a:cubicBezTo>
                    <a:pt x="7841" y="59985"/>
                    <a:pt x="7902" y="57907"/>
                    <a:pt x="7943" y="55830"/>
                  </a:cubicBezTo>
                  <a:cubicBezTo>
                    <a:pt x="7963" y="55484"/>
                    <a:pt x="8187" y="55158"/>
                    <a:pt x="8554" y="55138"/>
                  </a:cubicBezTo>
                  <a:cubicBezTo>
                    <a:pt x="8941" y="55138"/>
                    <a:pt x="9063" y="55606"/>
                    <a:pt x="9063" y="55891"/>
                  </a:cubicBezTo>
                  <a:cubicBezTo>
                    <a:pt x="9063" y="59598"/>
                    <a:pt x="9165" y="63263"/>
                    <a:pt x="9165" y="66950"/>
                  </a:cubicBezTo>
                  <a:lnTo>
                    <a:pt x="10753" y="66950"/>
                  </a:lnTo>
                  <a:cubicBezTo>
                    <a:pt x="10916" y="63304"/>
                    <a:pt x="11079" y="59638"/>
                    <a:pt x="11201" y="55993"/>
                  </a:cubicBezTo>
                  <a:cubicBezTo>
                    <a:pt x="11242" y="54527"/>
                    <a:pt x="11201" y="53040"/>
                    <a:pt x="11038" y="51574"/>
                  </a:cubicBezTo>
                  <a:cubicBezTo>
                    <a:pt x="10875" y="50026"/>
                    <a:pt x="10224" y="48621"/>
                    <a:pt x="9185" y="47439"/>
                  </a:cubicBezTo>
                  <a:cubicBezTo>
                    <a:pt x="8839" y="47052"/>
                    <a:pt x="8472" y="46645"/>
                    <a:pt x="8024" y="46421"/>
                  </a:cubicBezTo>
                  <a:cubicBezTo>
                    <a:pt x="7067" y="45932"/>
                    <a:pt x="6762" y="45097"/>
                    <a:pt x="6680" y="44161"/>
                  </a:cubicBezTo>
                  <a:cubicBezTo>
                    <a:pt x="6578" y="43122"/>
                    <a:pt x="6558" y="42083"/>
                    <a:pt x="6558" y="41045"/>
                  </a:cubicBezTo>
                  <a:cubicBezTo>
                    <a:pt x="6538" y="39049"/>
                    <a:pt x="6517" y="37033"/>
                    <a:pt x="6558" y="35037"/>
                  </a:cubicBezTo>
                  <a:cubicBezTo>
                    <a:pt x="6599" y="32308"/>
                    <a:pt x="6599" y="29559"/>
                    <a:pt x="6802" y="26830"/>
                  </a:cubicBezTo>
                  <a:cubicBezTo>
                    <a:pt x="6965" y="24386"/>
                    <a:pt x="7332" y="21962"/>
                    <a:pt x="7678" y="19539"/>
                  </a:cubicBezTo>
                  <a:cubicBezTo>
                    <a:pt x="8228" y="15567"/>
                    <a:pt x="8615" y="11616"/>
                    <a:pt x="8615" y="7604"/>
                  </a:cubicBezTo>
                  <a:cubicBezTo>
                    <a:pt x="8595" y="5996"/>
                    <a:pt x="8615" y="4366"/>
                    <a:pt x="8126" y="2798"/>
                  </a:cubicBezTo>
                  <a:cubicBezTo>
                    <a:pt x="7922" y="2187"/>
                    <a:pt x="7678" y="1576"/>
                    <a:pt x="7312" y="1047"/>
                  </a:cubicBezTo>
                  <a:cubicBezTo>
                    <a:pt x="6825" y="347"/>
                    <a:pt x="6151" y="0"/>
                    <a:pt x="54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8789548" y="2062737"/>
              <a:ext cx="616855" cy="3315463"/>
            </a:xfrm>
            <a:custGeom>
              <a:avLst/>
              <a:gdLst/>
              <a:ahLst/>
              <a:cxnLst/>
              <a:rect l="l" t="t" r="r" b="b"/>
              <a:pathLst>
                <a:path w="12546" h="67432" extrusionOk="0">
                  <a:moveTo>
                    <a:pt x="4721" y="0"/>
                  </a:moveTo>
                  <a:cubicBezTo>
                    <a:pt x="4709" y="0"/>
                    <a:pt x="4697" y="1"/>
                    <a:pt x="4685" y="1"/>
                  </a:cubicBezTo>
                  <a:cubicBezTo>
                    <a:pt x="4277" y="22"/>
                    <a:pt x="3992" y="246"/>
                    <a:pt x="3951" y="653"/>
                  </a:cubicBezTo>
                  <a:cubicBezTo>
                    <a:pt x="3911" y="1244"/>
                    <a:pt x="3911" y="1855"/>
                    <a:pt x="3911" y="2445"/>
                  </a:cubicBezTo>
                  <a:cubicBezTo>
                    <a:pt x="3829" y="5276"/>
                    <a:pt x="3768" y="8127"/>
                    <a:pt x="3707" y="10958"/>
                  </a:cubicBezTo>
                  <a:cubicBezTo>
                    <a:pt x="3646" y="13198"/>
                    <a:pt x="3585" y="15418"/>
                    <a:pt x="3524" y="17658"/>
                  </a:cubicBezTo>
                  <a:cubicBezTo>
                    <a:pt x="3524" y="17780"/>
                    <a:pt x="3544" y="17943"/>
                    <a:pt x="3483" y="18004"/>
                  </a:cubicBezTo>
                  <a:cubicBezTo>
                    <a:pt x="3300" y="18167"/>
                    <a:pt x="3096" y="18391"/>
                    <a:pt x="2892" y="18391"/>
                  </a:cubicBezTo>
                  <a:cubicBezTo>
                    <a:pt x="2709" y="18391"/>
                    <a:pt x="2505" y="18167"/>
                    <a:pt x="2363" y="17984"/>
                  </a:cubicBezTo>
                  <a:cubicBezTo>
                    <a:pt x="2302" y="17882"/>
                    <a:pt x="2342" y="17740"/>
                    <a:pt x="2342" y="17597"/>
                  </a:cubicBezTo>
                  <a:cubicBezTo>
                    <a:pt x="2322" y="12058"/>
                    <a:pt x="2261" y="6539"/>
                    <a:pt x="2200" y="999"/>
                  </a:cubicBezTo>
                  <a:cubicBezTo>
                    <a:pt x="2200" y="735"/>
                    <a:pt x="2078" y="348"/>
                    <a:pt x="1874" y="164"/>
                  </a:cubicBezTo>
                  <a:cubicBezTo>
                    <a:pt x="1749" y="56"/>
                    <a:pt x="1607" y="7"/>
                    <a:pt x="1468" y="7"/>
                  </a:cubicBezTo>
                  <a:cubicBezTo>
                    <a:pt x="1109" y="7"/>
                    <a:pt x="763" y="332"/>
                    <a:pt x="734" y="816"/>
                  </a:cubicBezTo>
                  <a:cubicBezTo>
                    <a:pt x="672" y="2099"/>
                    <a:pt x="611" y="3362"/>
                    <a:pt x="571" y="4645"/>
                  </a:cubicBezTo>
                  <a:cubicBezTo>
                    <a:pt x="387" y="8921"/>
                    <a:pt x="184" y="13198"/>
                    <a:pt x="41" y="17475"/>
                  </a:cubicBezTo>
                  <a:cubicBezTo>
                    <a:pt x="0" y="19063"/>
                    <a:pt x="41" y="20652"/>
                    <a:pt x="204" y="22241"/>
                  </a:cubicBezTo>
                  <a:cubicBezTo>
                    <a:pt x="387" y="23890"/>
                    <a:pt x="1080" y="25418"/>
                    <a:pt x="2220" y="26680"/>
                  </a:cubicBezTo>
                  <a:cubicBezTo>
                    <a:pt x="2567" y="27088"/>
                    <a:pt x="2974" y="27536"/>
                    <a:pt x="3463" y="27760"/>
                  </a:cubicBezTo>
                  <a:cubicBezTo>
                    <a:pt x="4481" y="28289"/>
                    <a:pt x="4807" y="29185"/>
                    <a:pt x="4909" y="30183"/>
                  </a:cubicBezTo>
                  <a:cubicBezTo>
                    <a:pt x="5010" y="31303"/>
                    <a:pt x="5010" y="32423"/>
                    <a:pt x="5031" y="33543"/>
                  </a:cubicBezTo>
                  <a:cubicBezTo>
                    <a:pt x="5051" y="35682"/>
                    <a:pt x="5051" y="37820"/>
                    <a:pt x="5031" y="39979"/>
                  </a:cubicBezTo>
                  <a:cubicBezTo>
                    <a:pt x="4970" y="42912"/>
                    <a:pt x="4970" y="45865"/>
                    <a:pt x="4766" y="48797"/>
                  </a:cubicBezTo>
                  <a:cubicBezTo>
                    <a:pt x="4583" y="51404"/>
                    <a:pt x="4196" y="54011"/>
                    <a:pt x="3829" y="56618"/>
                  </a:cubicBezTo>
                  <a:cubicBezTo>
                    <a:pt x="3320" y="60202"/>
                    <a:pt x="2953" y="63807"/>
                    <a:pt x="2852" y="67432"/>
                  </a:cubicBezTo>
                  <a:lnTo>
                    <a:pt x="9552" y="67432"/>
                  </a:lnTo>
                  <a:cubicBezTo>
                    <a:pt x="9470" y="63094"/>
                    <a:pt x="8921" y="58797"/>
                    <a:pt x="8269" y="54500"/>
                  </a:cubicBezTo>
                  <a:cubicBezTo>
                    <a:pt x="7699" y="50691"/>
                    <a:pt x="7393" y="46842"/>
                    <a:pt x="7393" y="42973"/>
                  </a:cubicBezTo>
                  <a:cubicBezTo>
                    <a:pt x="7414" y="39225"/>
                    <a:pt x="7373" y="35458"/>
                    <a:pt x="7414" y="31690"/>
                  </a:cubicBezTo>
                  <a:cubicBezTo>
                    <a:pt x="7434" y="30835"/>
                    <a:pt x="7597" y="29979"/>
                    <a:pt x="7780" y="29144"/>
                  </a:cubicBezTo>
                  <a:cubicBezTo>
                    <a:pt x="7882" y="28615"/>
                    <a:pt x="8249" y="28228"/>
                    <a:pt x="8737" y="27922"/>
                  </a:cubicBezTo>
                  <a:cubicBezTo>
                    <a:pt x="10652" y="26741"/>
                    <a:pt x="11609" y="24888"/>
                    <a:pt x="12118" y="22770"/>
                  </a:cubicBezTo>
                  <a:cubicBezTo>
                    <a:pt x="12546" y="20998"/>
                    <a:pt x="12403" y="19186"/>
                    <a:pt x="12383" y="17373"/>
                  </a:cubicBezTo>
                  <a:cubicBezTo>
                    <a:pt x="12362" y="15785"/>
                    <a:pt x="12261" y="14176"/>
                    <a:pt x="12199" y="12567"/>
                  </a:cubicBezTo>
                  <a:cubicBezTo>
                    <a:pt x="12057" y="9268"/>
                    <a:pt x="11894" y="5948"/>
                    <a:pt x="11751" y="2649"/>
                  </a:cubicBezTo>
                  <a:cubicBezTo>
                    <a:pt x="11711" y="2038"/>
                    <a:pt x="11711" y="1427"/>
                    <a:pt x="11690" y="816"/>
                  </a:cubicBezTo>
                  <a:cubicBezTo>
                    <a:pt x="11670" y="307"/>
                    <a:pt x="11364" y="1"/>
                    <a:pt x="10916" y="1"/>
                  </a:cubicBezTo>
                  <a:cubicBezTo>
                    <a:pt x="10489" y="1"/>
                    <a:pt x="10204" y="327"/>
                    <a:pt x="10204" y="836"/>
                  </a:cubicBezTo>
                  <a:cubicBezTo>
                    <a:pt x="10163" y="6376"/>
                    <a:pt x="10122" y="11936"/>
                    <a:pt x="10081" y="17495"/>
                  </a:cubicBezTo>
                  <a:cubicBezTo>
                    <a:pt x="10081" y="17597"/>
                    <a:pt x="10102" y="17699"/>
                    <a:pt x="10081" y="17801"/>
                  </a:cubicBezTo>
                  <a:cubicBezTo>
                    <a:pt x="10042" y="18212"/>
                    <a:pt x="9796" y="18454"/>
                    <a:pt x="9470" y="18454"/>
                  </a:cubicBezTo>
                  <a:cubicBezTo>
                    <a:pt x="9456" y="18454"/>
                    <a:pt x="9443" y="18453"/>
                    <a:pt x="9430" y="18453"/>
                  </a:cubicBezTo>
                  <a:cubicBezTo>
                    <a:pt x="9022" y="18412"/>
                    <a:pt x="8900" y="18127"/>
                    <a:pt x="8880" y="17760"/>
                  </a:cubicBezTo>
                  <a:cubicBezTo>
                    <a:pt x="8859" y="16742"/>
                    <a:pt x="8839" y="15703"/>
                    <a:pt x="8819" y="14665"/>
                  </a:cubicBezTo>
                  <a:cubicBezTo>
                    <a:pt x="8717" y="10266"/>
                    <a:pt x="8615" y="5846"/>
                    <a:pt x="8513" y="1447"/>
                  </a:cubicBezTo>
                  <a:cubicBezTo>
                    <a:pt x="8493" y="1223"/>
                    <a:pt x="8493" y="979"/>
                    <a:pt x="8473" y="755"/>
                  </a:cubicBezTo>
                  <a:cubicBezTo>
                    <a:pt x="8433" y="283"/>
                    <a:pt x="8146" y="0"/>
                    <a:pt x="7741" y="0"/>
                  </a:cubicBezTo>
                  <a:cubicBezTo>
                    <a:pt x="7727" y="0"/>
                    <a:pt x="7713" y="1"/>
                    <a:pt x="7699" y="1"/>
                  </a:cubicBezTo>
                  <a:cubicBezTo>
                    <a:pt x="7291" y="1"/>
                    <a:pt x="6986" y="307"/>
                    <a:pt x="6986" y="796"/>
                  </a:cubicBezTo>
                  <a:cubicBezTo>
                    <a:pt x="6965" y="1753"/>
                    <a:pt x="6965" y="2710"/>
                    <a:pt x="6965" y="3667"/>
                  </a:cubicBezTo>
                  <a:cubicBezTo>
                    <a:pt x="6945" y="8310"/>
                    <a:pt x="6925" y="12954"/>
                    <a:pt x="6904" y="17597"/>
                  </a:cubicBezTo>
                  <a:cubicBezTo>
                    <a:pt x="6904" y="17943"/>
                    <a:pt x="6864" y="18290"/>
                    <a:pt x="6456" y="18412"/>
                  </a:cubicBezTo>
                  <a:cubicBezTo>
                    <a:pt x="6353" y="18448"/>
                    <a:pt x="6255" y="18465"/>
                    <a:pt x="6164" y="18465"/>
                  </a:cubicBezTo>
                  <a:cubicBezTo>
                    <a:pt x="5790" y="18465"/>
                    <a:pt x="5540" y="18174"/>
                    <a:pt x="5540" y="17699"/>
                  </a:cubicBezTo>
                  <a:cubicBezTo>
                    <a:pt x="5499" y="15398"/>
                    <a:pt x="5479" y="13117"/>
                    <a:pt x="5479" y="10836"/>
                  </a:cubicBezTo>
                  <a:cubicBezTo>
                    <a:pt x="5458" y="7577"/>
                    <a:pt x="5458" y="4298"/>
                    <a:pt x="5458" y="1040"/>
                  </a:cubicBezTo>
                  <a:cubicBezTo>
                    <a:pt x="5458" y="918"/>
                    <a:pt x="5458" y="796"/>
                    <a:pt x="5438" y="673"/>
                  </a:cubicBezTo>
                  <a:cubicBezTo>
                    <a:pt x="5379" y="280"/>
                    <a:pt x="5073" y="0"/>
                    <a:pt x="47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 flipH="1">
            <a:off x="-288000" y="-3411474"/>
            <a:ext cx="616855" cy="3815103"/>
          </a:xfrm>
          <a:custGeom>
            <a:avLst/>
            <a:gdLst/>
            <a:ahLst/>
            <a:cxnLst/>
            <a:rect l="l" t="t" r="r" b="b"/>
            <a:pathLst>
              <a:path w="12546" h="77594" extrusionOk="0">
                <a:moveTo>
                  <a:pt x="4703" y="0"/>
                </a:moveTo>
                <a:cubicBezTo>
                  <a:pt x="4690" y="0"/>
                  <a:pt x="4677" y="0"/>
                  <a:pt x="4664" y="1"/>
                </a:cubicBezTo>
                <a:cubicBezTo>
                  <a:pt x="4257" y="21"/>
                  <a:pt x="3992" y="245"/>
                  <a:pt x="3952" y="653"/>
                </a:cubicBezTo>
                <a:cubicBezTo>
                  <a:pt x="3911" y="1264"/>
                  <a:pt x="3911" y="1854"/>
                  <a:pt x="3890" y="2465"/>
                </a:cubicBezTo>
                <a:cubicBezTo>
                  <a:pt x="3829" y="5296"/>
                  <a:pt x="3768" y="8127"/>
                  <a:pt x="3687" y="10958"/>
                </a:cubicBezTo>
                <a:cubicBezTo>
                  <a:pt x="3646" y="13198"/>
                  <a:pt x="3585" y="15438"/>
                  <a:pt x="3524" y="17658"/>
                </a:cubicBezTo>
                <a:cubicBezTo>
                  <a:pt x="3524" y="17780"/>
                  <a:pt x="3544" y="17963"/>
                  <a:pt x="3483" y="18025"/>
                </a:cubicBezTo>
                <a:cubicBezTo>
                  <a:pt x="3300" y="18187"/>
                  <a:pt x="3076" y="18391"/>
                  <a:pt x="2872" y="18411"/>
                </a:cubicBezTo>
                <a:cubicBezTo>
                  <a:pt x="2709" y="18411"/>
                  <a:pt x="2485" y="18167"/>
                  <a:pt x="2363" y="17984"/>
                </a:cubicBezTo>
                <a:cubicBezTo>
                  <a:pt x="2282" y="17882"/>
                  <a:pt x="2322" y="17760"/>
                  <a:pt x="2322" y="17597"/>
                </a:cubicBezTo>
                <a:cubicBezTo>
                  <a:pt x="2322" y="12057"/>
                  <a:pt x="2241" y="6538"/>
                  <a:pt x="2200" y="999"/>
                </a:cubicBezTo>
                <a:cubicBezTo>
                  <a:pt x="2200" y="734"/>
                  <a:pt x="2078" y="347"/>
                  <a:pt x="1874" y="184"/>
                </a:cubicBezTo>
                <a:cubicBezTo>
                  <a:pt x="1739" y="67"/>
                  <a:pt x="1589" y="14"/>
                  <a:pt x="1443" y="14"/>
                </a:cubicBezTo>
                <a:cubicBezTo>
                  <a:pt x="1083" y="14"/>
                  <a:pt x="748" y="337"/>
                  <a:pt x="734" y="816"/>
                </a:cubicBezTo>
                <a:cubicBezTo>
                  <a:pt x="652" y="2099"/>
                  <a:pt x="612" y="3361"/>
                  <a:pt x="551" y="4644"/>
                </a:cubicBezTo>
                <a:cubicBezTo>
                  <a:pt x="388" y="8921"/>
                  <a:pt x="164" y="13198"/>
                  <a:pt x="41" y="17495"/>
                </a:cubicBezTo>
                <a:cubicBezTo>
                  <a:pt x="1" y="19063"/>
                  <a:pt x="41" y="20672"/>
                  <a:pt x="204" y="22240"/>
                </a:cubicBezTo>
                <a:cubicBezTo>
                  <a:pt x="388" y="23910"/>
                  <a:pt x="1080" y="25417"/>
                  <a:pt x="2200" y="26680"/>
                </a:cubicBezTo>
                <a:cubicBezTo>
                  <a:pt x="2567" y="27087"/>
                  <a:pt x="2974" y="27535"/>
                  <a:pt x="3442" y="27780"/>
                </a:cubicBezTo>
                <a:cubicBezTo>
                  <a:pt x="4461" y="28289"/>
                  <a:pt x="4787" y="29185"/>
                  <a:pt x="4888" y="30183"/>
                </a:cubicBezTo>
                <a:cubicBezTo>
                  <a:pt x="5011" y="31303"/>
                  <a:pt x="5011" y="32423"/>
                  <a:pt x="5031" y="33543"/>
                </a:cubicBezTo>
                <a:cubicBezTo>
                  <a:pt x="5031" y="35681"/>
                  <a:pt x="5051" y="37840"/>
                  <a:pt x="5011" y="39979"/>
                </a:cubicBezTo>
                <a:cubicBezTo>
                  <a:pt x="4970" y="42911"/>
                  <a:pt x="4970" y="45864"/>
                  <a:pt x="4766" y="48797"/>
                </a:cubicBezTo>
                <a:cubicBezTo>
                  <a:pt x="4583" y="51424"/>
                  <a:pt x="4196" y="54031"/>
                  <a:pt x="3829" y="56638"/>
                </a:cubicBezTo>
                <a:cubicBezTo>
                  <a:pt x="3218" y="60874"/>
                  <a:pt x="2811" y="65130"/>
                  <a:pt x="2831" y="69427"/>
                </a:cubicBezTo>
                <a:cubicBezTo>
                  <a:pt x="2831" y="71158"/>
                  <a:pt x="2811" y="72910"/>
                  <a:pt x="3341" y="74600"/>
                </a:cubicBezTo>
                <a:cubicBezTo>
                  <a:pt x="3544" y="75252"/>
                  <a:pt x="3829" y="75903"/>
                  <a:pt x="4216" y="76453"/>
                </a:cubicBezTo>
                <a:cubicBezTo>
                  <a:pt x="4746" y="77217"/>
                  <a:pt x="5469" y="77594"/>
                  <a:pt x="6197" y="77594"/>
                </a:cubicBezTo>
                <a:cubicBezTo>
                  <a:pt x="6925" y="77594"/>
                  <a:pt x="7658" y="77217"/>
                  <a:pt x="8208" y="76474"/>
                </a:cubicBezTo>
                <a:cubicBezTo>
                  <a:pt x="8880" y="75557"/>
                  <a:pt x="9226" y="74518"/>
                  <a:pt x="9328" y="73419"/>
                </a:cubicBezTo>
                <a:cubicBezTo>
                  <a:pt x="9471" y="71728"/>
                  <a:pt x="9572" y="70018"/>
                  <a:pt x="9572" y="68307"/>
                </a:cubicBezTo>
                <a:cubicBezTo>
                  <a:pt x="9552" y="63664"/>
                  <a:pt x="8941" y="59081"/>
                  <a:pt x="8269" y="54499"/>
                </a:cubicBezTo>
                <a:cubicBezTo>
                  <a:pt x="7699" y="50691"/>
                  <a:pt x="7393" y="46842"/>
                  <a:pt x="7393" y="42993"/>
                </a:cubicBezTo>
                <a:cubicBezTo>
                  <a:pt x="7393" y="39225"/>
                  <a:pt x="7373" y="35457"/>
                  <a:pt x="7414" y="31710"/>
                </a:cubicBezTo>
                <a:cubicBezTo>
                  <a:pt x="7414" y="30855"/>
                  <a:pt x="7597" y="29999"/>
                  <a:pt x="7780" y="29164"/>
                </a:cubicBezTo>
                <a:cubicBezTo>
                  <a:pt x="7882" y="28615"/>
                  <a:pt x="8249" y="28228"/>
                  <a:pt x="8738" y="27922"/>
                </a:cubicBezTo>
                <a:cubicBezTo>
                  <a:pt x="10652" y="26741"/>
                  <a:pt x="11609" y="24888"/>
                  <a:pt x="12118" y="22770"/>
                </a:cubicBezTo>
                <a:cubicBezTo>
                  <a:pt x="12546" y="20998"/>
                  <a:pt x="12403" y="19185"/>
                  <a:pt x="12383" y="17393"/>
                </a:cubicBezTo>
                <a:cubicBezTo>
                  <a:pt x="12342" y="15784"/>
                  <a:pt x="12261" y="14175"/>
                  <a:pt x="12200" y="12587"/>
                </a:cubicBezTo>
                <a:cubicBezTo>
                  <a:pt x="12037" y="9267"/>
                  <a:pt x="11894" y="5968"/>
                  <a:pt x="11731" y="2649"/>
                </a:cubicBezTo>
                <a:cubicBezTo>
                  <a:pt x="11711" y="2038"/>
                  <a:pt x="11711" y="1427"/>
                  <a:pt x="11670" y="816"/>
                </a:cubicBezTo>
                <a:cubicBezTo>
                  <a:pt x="11650" y="307"/>
                  <a:pt x="11344" y="1"/>
                  <a:pt x="10917" y="1"/>
                </a:cubicBezTo>
                <a:cubicBezTo>
                  <a:pt x="10469" y="1"/>
                  <a:pt x="10183" y="327"/>
                  <a:pt x="10183" y="836"/>
                </a:cubicBezTo>
                <a:cubicBezTo>
                  <a:pt x="10143" y="6396"/>
                  <a:pt x="10122" y="11935"/>
                  <a:pt x="10082" y="17495"/>
                </a:cubicBezTo>
                <a:cubicBezTo>
                  <a:pt x="10082" y="17597"/>
                  <a:pt x="10082" y="17719"/>
                  <a:pt x="10082" y="17821"/>
                </a:cubicBezTo>
                <a:cubicBezTo>
                  <a:pt x="10023" y="18212"/>
                  <a:pt x="9795" y="18453"/>
                  <a:pt x="9470" y="18453"/>
                </a:cubicBezTo>
                <a:cubicBezTo>
                  <a:pt x="9457" y="18453"/>
                  <a:pt x="9443" y="18453"/>
                  <a:pt x="9430" y="18452"/>
                </a:cubicBezTo>
                <a:cubicBezTo>
                  <a:pt x="9023" y="18411"/>
                  <a:pt x="8880" y="18126"/>
                  <a:pt x="8880" y="17780"/>
                </a:cubicBezTo>
                <a:cubicBezTo>
                  <a:pt x="8839" y="16741"/>
                  <a:pt x="8819" y="15703"/>
                  <a:pt x="8799" y="14685"/>
                </a:cubicBezTo>
                <a:cubicBezTo>
                  <a:pt x="8697" y="10265"/>
                  <a:pt x="8595" y="5866"/>
                  <a:pt x="8493" y="1447"/>
                </a:cubicBezTo>
                <a:cubicBezTo>
                  <a:pt x="8493" y="1223"/>
                  <a:pt x="8493" y="979"/>
                  <a:pt x="8473" y="755"/>
                </a:cubicBezTo>
                <a:cubicBezTo>
                  <a:pt x="8412" y="286"/>
                  <a:pt x="8106" y="1"/>
                  <a:pt x="7699" y="1"/>
                </a:cubicBezTo>
                <a:cubicBezTo>
                  <a:pt x="7271" y="21"/>
                  <a:pt x="6986" y="327"/>
                  <a:pt x="6966" y="816"/>
                </a:cubicBezTo>
                <a:cubicBezTo>
                  <a:pt x="6945" y="1752"/>
                  <a:pt x="6945" y="2710"/>
                  <a:pt x="6945" y="3667"/>
                </a:cubicBezTo>
                <a:cubicBezTo>
                  <a:pt x="6925" y="8310"/>
                  <a:pt x="6905" y="12954"/>
                  <a:pt x="6884" y="17597"/>
                </a:cubicBezTo>
                <a:cubicBezTo>
                  <a:pt x="6884" y="17963"/>
                  <a:pt x="6864" y="18289"/>
                  <a:pt x="6457" y="18432"/>
                </a:cubicBezTo>
                <a:cubicBezTo>
                  <a:pt x="6361" y="18461"/>
                  <a:pt x="6270" y="18475"/>
                  <a:pt x="6184" y="18475"/>
                </a:cubicBezTo>
                <a:cubicBezTo>
                  <a:pt x="5793" y="18475"/>
                  <a:pt x="5520" y="18183"/>
                  <a:pt x="5520" y="17699"/>
                </a:cubicBezTo>
                <a:cubicBezTo>
                  <a:pt x="5499" y="15418"/>
                  <a:pt x="5479" y="13137"/>
                  <a:pt x="5479" y="10856"/>
                </a:cubicBezTo>
                <a:cubicBezTo>
                  <a:pt x="5459" y="7577"/>
                  <a:pt x="5459" y="4319"/>
                  <a:pt x="5438" y="1040"/>
                </a:cubicBezTo>
                <a:cubicBezTo>
                  <a:pt x="5438" y="917"/>
                  <a:pt x="5459" y="795"/>
                  <a:pt x="5438" y="673"/>
                </a:cubicBezTo>
                <a:cubicBezTo>
                  <a:pt x="5379" y="280"/>
                  <a:pt x="5073" y="0"/>
                  <a:pt x="47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 flipH="1">
            <a:off x="480979" y="2086436"/>
            <a:ext cx="552790" cy="3291764"/>
          </a:xfrm>
          <a:custGeom>
            <a:avLst/>
            <a:gdLst/>
            <a:ahLst/>
            <a:cxnLst/>
            <a:rect l="l" t="t" r="r" b="b"/>
            <a:pathLst>
              <a:path w="11243" h="66950" extrusionOk="0">
                <a:moveTo>
                  <a:pt x="5471" y="0"/>
                </a:moveTo>
                <a:cubicBezTo>
                  <a:pt x="4786" y="0"/>
                  <a:pt x="4096" y="352"/>
                  <a:pt x="3585" y="1047"/>
                </a:cubicBezTo>
                <a:cubicBezTo>
                  <a:pt x="2974" y="1882"/>
                  <a:pt x="2648" y="2880"/>
                  <a:pt x="2546" y="3898"/>
                </a:cubicBezTo>
                <a:cubicBezTo>
                  <a:pt x="2403" y="5466"/>
                  <a:pt x="2322" y="7075"/>
                  <a:pt x="2322" y="8663"/>
                </a:cubicBezTo>
                <a:cubicBezTo>
                  <a:pt x="2322" y="12981"/>
                  <a:pt x="2892" y="17237"/>
                  <a:pt x="3544" y="21514"/>
                </a:cubicBezTo>
                <a:cubicBezTo>
                  <a:pt x="4053" y="25058"/>
                  <a:pt x="4358" y="28642"/>
                  <a:pt x="4338" y="32247"/>
                </a:cubicBezTo>
                <a:cubicBezTo>
                  <a:pt x="4338" y="35750"/>
                  <a:pt x="4358" y="39253"/>
                  <a:pt x="4338" y="42755"/>
                </a:cubicBezTo>
                <a:cubicBezTo>
                  <a:pt x="4318" y="43550"/>
                  <a:pt x="4155" y="44344"/>
                  <a:pt x="3992" y="45118"/>
                </a:cubicBezTo>
                <a:cubicBezTo>
                  <a:pt x="3890" y="45627"/>
                  <a:pt x="3564" y="45973"/>
                  <a:pt x="3096" y="46279"/>
                </a:cubicBezTo>
                <a:cubicBezTo>
                  <a:pt x="1385" y="47338"/>
                  <a:pt x="489" y="48967"/>
                  <a:pt x="0" y="50840"/>
                </a:cubicBezTo>
                <a:lnTo>
                  <a:pt x="0" y="63325"/>
                </a:lnTo>
                <a:cubicBezTo>
                  <a:pt x="61" y="64546"/>
                  <a:pt x="102" y="65748"/>
                  <a:pt x="163" y="66950"/>
                </a:cubicBezTo>
                <a:lnTo>
                  <a:pt x="1772" y="66950"/>
                </a:lnTo>
                <a:cubicBezTo>
                  <a:pt x="1792" y="63304"/>
                  <a:pt x="1813" y="59638"/>
                  <a:pt x="1833" y="55993"/>
                </a:cubicBezTo>
                <a:cubicBezTo>
                  <a:pt x="1833" y="55891"/>
                  <a:pt x="1833" y="55789"/>
                  <a:pt x="1854" y="55687"/>
                </a:cubicBezTo>
                <a:cubicBezTo>
                  <a:pt x="1893" y="55317"/>
                  <a:pt x="2100" y="55096"/>
                  <a:pt x="2404" y="55096"/>
                </a:cubicBezTo>
                <a:cubicBezTo>
                  <a:pt x="2417" y="55096"/>
                  <a:pt x="2430" y="55096"/>
                  <a:pt x="2444" y="55097"/>
                </a:cubicBezTo>
                <a:cubicBezTo>
                  <a:pt x="2831" y="55138"/>
                  <a:pt x="2953" y="55402"/>
                  <a:pt x="2974" y="55728"/>
                </a:cubicBezTo>
                <a:cubicBezTo>
                  <a:pt x="2994" y="56685"/>
                  <a:pt x="3014" y="57643"/>
                  <a:pt x="3035" y="58620"/>
                </a:cubicBezTo>
                <a:cubicBezTo>
                  <a:pt x="3096" y="61390"/>
                  <a:pt x="3157" y="64160"/>
                  <a:pt x="3218" y="66950"/>
                </a:cubicBezTo>
                <a:lnTo>
                  <a:pt x="4766" y="66950"/>
                </a:lnTo>
                <a:cubicBezTo>
                  <a:pt x="4786" y="63263"/>
                  <a:pt x="4807" y="59577"/>
                  <a:pt x="4807" y="55891"/>
                </a:cubicBezTo>
                <a:cubicBezTo>
                  <a:pt x="4807" y="55565"/>
                  <a:pt x="4847" y="55239"/>
                  <a:pt x="5214" y="55117"/>
                </a:cubicBezTo>
                <a:cubicBezTo>
                  <a:pt x="5310" y="55087"/>
                  <a:pt x="5401" y="55072"/>
                  <a:pt x="5485" y="55072"/>
                </a:cubicBezTo>
                <a:cubicBezTo>
                  <a:pt x="5848" y="55072"/>
                  <a:pt x="6090" y="55347"/>
                  <a:pt x="6090" y="55810"/>
                </a:cubicBezTo>
                <a:cubicBezTo>
                  <a:pt x="6110" y="57928"/>
                  <a:pt x="6130" y="60046"/>
                  <a:pt x="6130" y="62184"/>
                </a:cubicBezTo>
                <a:cubicBezTo>
                  <a:pt x="6151" y="63773"/>
                  <a:pt x="6151" y="65361"/>
                  <a:pt x="6151" y="66950"/>
                </a:cubicBezTo>
                <a:lnTo>
                  <a:pt x="7678" y="66950"/>
                </a:lnTo>
                <a:cubicBezTo>
                  <a:pt x="7719" y="65320"/>
                  <a:pt x="7760" y="63691"/>
                  <a:pt x="7800" y="62082"/>
                </a:cubicBezTo>
                <a:cubicBezTo>
                  <a:pt x="7841" y="59985"/>
                  <a:pt x="7902" y="57907"/>
                  <a:pt x="7943" y="55830"/>
                </a:cubicBezTo>
                <a:cubicBezTo>
                  <a:pt x="7963" y="55484"/>
                  <a:pt x="8187" y="55158"/>
                  <a:pt x="8554" y="55138"/>
                </a:cubicBezTo>
                <a:cubicBezTo>
                  <a:pt x="8941" y="55138"/>
                  <a:pt x="9063" y="55606"/>
                  <a:pt x="9063" y="55891"/>
                </a:cubicBezTo>
                <a:cubicBezTo>
                  <a:pt x="9063" y="59598"/>
                  <a:pt x="9165" y="63263"/>
                  <a:pt x="9165" y="66950"/>
                </a:cubicBezTo>
                <a:lnTo>
                  <a:pt x="10753" y="66950"/>
                </a:lnTo>
                <a:cubicBezTo>
                  <a:pt x="10916" y="63304"/>
                  <a:pt x="11079" y="59638"/>
                  <a:pt x="11201" y="55993"/>
                </a:cubicBezTo>
                <a:cubicBezTo>
                  <a:pt x="11242" y="54527"/>
                  <a:pt x="11201" y="53040"/>
                  <a:pt x="11038" y="51574"/>
                </a:cubicBezTo>
                <a:cubicBezTo>
                  <a:pt x="10875" y="50026"/>
                  <a:pt x="10224" y="48621"/>
                  <a:pt x="9185" y="47439"/>
                </a:cubicBezTo>
                <a:cubicBezTo>
                  <a:pt x="8839" y="47052"/>
                  <a:pt x="8472" y="46645"/>
                  <a:pt x="8024" y="46421"/>
                </a:cubicBezTo>
                <a:cubicBezTo>
                  <a:pt x="7067" y="45932"/>
                  <a:pt x="6762" y="45097"/>
                  <a:pt x="6680" y="44161"/>
                </a:cubicBezTo>
                <a:cubicBezTo>
                  <a:pt x="6578" y="43122"/>
                  <a:pt x="6558" y="42083"/>
                  <a:pt x="6558" y="41045"/>
                </a:cubicBezTo>
                <a:cubicBezTo>
                  <a:pt x="6538" y="39049"/>
                  <a:pt x="6517" y="37033"/>
                  <a:pt x="6558" y="35037"/>
                </a:cubicBezTo>
                <a:cubicBezTo>
                  <a:pt x="6599" y="32308"/>
                  <a:pt x="6599" y="29559"/>
                  <a:pt x="6802" y="26830"/>
                </a:cubicBezTo>
                <a:cubicBezTo>
                  <a:pt x="6965" y="24386"/>
                  <a:pt x="7332" y="21962"/>
                  <a:pt x="7678" y="19539"/>
                </a:cubicBezTo>
                <a:cubicBezTo>
                  <a:pt x="8228" y="15567"/>
                  <a:pt x="8615" y="11616"/>
                  <a:pt x="8615" y="7604"/>
                </a:cubicBezTo>
                <a:cubicBezTo>
                  <a:pt x="8595" y="5996"/>
                  <a:pt x="8615" y="4366"/>
                  <a:pt x="8126" y="2798"/>
                </a:cubicBezTo>
                <a:cubicBezTo>
                  <a:pt x="7922" y="2187"/>
                  <a:pt x="7678" y="1576"/>
                  <a:pt x="7312" y="1047"/>
                </a:cubicBezTo>
                <a:cubicBezTo>
                  <a:pt x="6825" y="347"/>
                  <a:pt x="6151" y="0"/>
                  <a:pt x="547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 flipH="1">
            <a:off x="-270989" y="2062737"/>
            <a:ext cx="616855" cy="3315463"/>
          </a:xfrm>
          <a:custGeom>
            <a:avLst/>
            <a:gdLst/>
            <a:ahLst/>
            <a:cxnLst/>
            <a:rect l="l" t="t" r="r" b="b"/>
            <a:pathLst>
              <a:path w="12546" h="67432" extrusionOk="0">
                <a:moveTo>
                  <a:pt x="4721" y="0"/>
                </a:moveTo>
                <a:cubicBezTo>
                  <a:pt x="4709" y="0"/>
                  <a:pt x="4697" y="1"/>
                  <a:pt x="4685" y="1"/>
                </a:cubicBezTo>
                <a:cubicBezTo>
                  <a:pt x="4277" y="22"/>
                  <a:pt x="3992" y="246"/>
                  <a:pt x="3951" y="653"/>
                </a:cubicBezTo>
                <a:cubicBezTo>
                  <a:pt x="3911" y="1244"/>
                  <a:pt x="3911" y="1855"/>
                  <a:pt x="3911" y="2445"/>
                </a:cubicBezTo>
                <a:cubicBezTo>
                  <a:pt x="3829" y="5276"/>
                  <a:pt x="3768" y="8127"/>
                  <a:pt x="3707" y="10958"/>
                </a:cubicBezTo>
                <a:cubicBezTo>
                  <a:pt x="3646" y="13198"/>
                  <a:pt x="3585" y="15418"/>
                  <a:pt x="3524" y="17658"/>
                </a:cubicBezTo>
                <a:cubicBezTo>
                  <a:pt x="3524" y="17780"/>
                  <a:pt x="3544" y="17943"/>
                  <a:pt x="3483" y="18004"/>
                </a:cubicBezTo>
                <a:cubicBezTo>
                  <a:pt x="3300" y="18167"/>
                  <a:pt x="3096" y="18391"/>
                  <a:pt x="2892" y="18391"/>
                </a:cubicBezTo>
                <a:cubicBezTo>
                  <a:pt x="2709" y="18391"/>
                  <a:pt x="2505" y="18167"/>
                  <a:pt x="2363" y="17984"/>
                </a:cubicBezTo>
                <a:cubicBezTo>
                  <a:pt x="2302" y="17882"/>
                  <a:pt x="2342" y="17740"/>
                  <a:pt x="2342" y="17597"/>
                </a:cubicBezTo>
                <a:cubicBezTo>
                  <a:pt x="2322" y="12058"/>
                  <a:pt x="2261" y="6539"/>
                  <a:pt x="2200" y="999"/>
                </a:cubicBezTo>
                <a:cubicBezTo>
                  <a:pt x="2200" y="735"/>
                  <a:pt x="2078" y="348"/>
                  <a:pt x="1874" y="164"/>
                </a:cubicBezTo>
                <a:cubicBezTo>
                  <a:pt x="1749" y="56"/>
                  <a:pt x="1607" y="7"/>
                  <a:pt x="1468" y="7"/>
                </a:cubicBezTo>
                <a:cubicBezTo>
                  <a:pt x="1109" y="7"/>
                  <a:pt x="763" y="332"/>
                  <a:pt x="734" y="816"/>
                </a:cubicBezTo>
                <a:cubicBezTo>
                  <a:pt x="672" y="2099"/>
                  <a:pt x="611" y="3362"/>
                  <a:pt x="571" y="4645"/>
                </a:cubicBezTo>
                <a:cubicBezTo>
                  <a:pt x="387" y="8921"/>
                  <a:pt x="184" y="13198"/>
                  <a:pt x="41" y="17475"/>
                </a:cubicBezTo>
                <a:cubicBezTo>
                  <a:pt x="0" y="19063"/>
                  <a:pt x="41" y="20652"/>
                  <a:pt x="204" y="22241"/>
                </a:cubicBezTo>
                <a:cubicBezTo>
                  <a:pt x="387" y="23890"/>
                  <a:pt x="1080" y="25418"/>
                  <a:pt x="2220" y="26680"/>
                </a:cubicBezTo>
                <a:cubicBezTo>
                  <a:pt x="2567" y="27088"/>
                  <a:pt x="2974" y="27536"/>
                  <a:pt x="3463" y="27760"/>
                </a:cubicBezTo>
                <a:cubicBezTo>
                  <a:pt x="4481" y="28289"/>
                  <a:pt x="4807" y="29185"/>
                  <a:pt x="4909" y="30183"/>
                </a:cubicBezTo>
                <a:cubicBezTo>
                  <a:pt x="5010" y="31303"/>
                  <a:pt x="5010" y="32423"/>
                  <a:pt x="5031" y="33543"/>
                </a:cubicBezTo>
                <a:cubicBezTo>
                  <a:pt x="5051" y="35682"/>
                  <a:pt x="5051" y="37820"/>
                  <a:pt x="5031" y="39979"/>
                </a:cubicBezTo>
                <a:cubicBezTo>
                  <a:pt x="4970" y="42912"/>
                  <a:pt x="4970" y="45865"/>
                  <a:pt x="4766" y="48797"/>
                </a:cubicBezTo>
                <a:cubicBezTo>
                  <a:pt x="4583" y="51404"/>
                  <a:pt x="4196" y="54011"/>
                  <a:pt x="3829" y="56618"/>
                </a:cubicBezTo>
                <a:cubicBezTo>
                  <a:pt x="3320" y="60202"/>
                  <a:pt x="2953" y="63807"/>
                  <a:pt x="2852" y="67432"/>
                </a:cubicBezTo>
                <a:lnTo>
                  <a:pt x="9552" y="67432"/>
                </a:lnTo>
                <a:cubicBezTo>
                  <a:pt x="9470" y="63094"/>
                  <a:pt x="8921" y="58797"/>
                  <a:pt x="8269" y="54500"/>
                </a:cubicBezTo>
                <a:cubicBezTo>
                  <a:pt x="7699" y="50691"/>
                  <a:pt x="7393" y="46842"/>
                  <a:pt x="7393" y="42973"/>
                </a:cubicBezTo>
                <a:cubicBezTo>
                  <a:pt x="7414" y="39225"/>
                  <a:pt x="7373" y="35458"/>
                  <a:pt x="7414" y="31690"/>
                </a:cubicBezTo>
                <a:cubicBezTo>
                  <a:pt x="7434" y="30835"/>
                  <a:pt x="7597" y="29979"/>
                  <a:pt x="7780" y="29144"/>
                </a:cubicBezTo>
                <a:cubicBezTo>
                  <a:pt x="7882" y="28615"/>
                  <a:pt x="8249" y="28228"/>
                  <a:pt x="8737" y="27922"/>
                </a:cubicBezTo>
                <a:cubicBezTo>
                  <a:pt x="10652" y="26741"/>
                  <a:pt x="11609" y="24888"/>
                  <a:pt x="12118" y="22770"/>
                </a:cubicBezTo>
                <a:cubicBezTo>
                  <a:pt x="12546" y="20998"/>
                  <a:pt x="12403" y="19186"/>
                  <a:pt x="12383" y="17373"/>
                </a:cubicBezTo>
                <a:cubicBezTo>
                  <a:pt x="12362" y="15785"/>
                  <a:pt x="12261" y="14176"/>
                  <a:pt x="12199" y="12567"/>
                </a:cubicBezTo>
                <a:cubicBezTo>
                  <a:pt x="12057" y="9268"/>
                  <a:pt x="11894" y="5948"/>
                  <a:pt x="11751" y="2649"/>
                </a:cubicBezTo>
                <a:cubicBezTo>
                  <a:pt x="11711" y="2038"/>
                  <a:pt x="11711" y="1427"/>
                  <a:pt x="11690" y="816"/>
                </a:cubicBezTo>
                <a:cubicBezTo>
                  <a:pt x="11670" y="307"/>
                  <a:pt x="11364" y="1"/>
                  <a:pt x="10916" y="1"/>
                </a:cubicBezTo>
                <a:cubicBezTo>
                  <a:pt x="10489" y="1"/>
                  <a:pt x="10204" y="327"/>
                  <a:pt x="10204" y="836"/>
                </a:cubicBezTo>
                <a:cubicBezTo>
                  <a:pt x="10163" y="6376"/>
                  <a:pt x="10122" y="11936"/>
                  <a:pt x="10081" y="17495"/>
                </a:cubicBezTo>
                <a:cubicBezTo>
                  <a:pt x="10081" y="17597"/>
                  <a:pt x="10102" y="17699"/>
                  <a:pt x="10081" y="17801"/>
                </a:cubicBezTo>
                <a:cubicBezTo>
                  <a:pt x="10042" y="18212"/>
                  <a:pt x="9796" y="18454"/>
                  <a:pt x="9470" y="18454"/>
                </a:cubicBezTo>
                <a:cubicBezTo>
                  <a:pt x="9456" y="18454"/>
                  <a:pt x="9443" y="18453"/>
                  <a:pt x="9430" y="18453"/>
                </a:cubicBezTo>
                <a:cubicBezTo>
                  <a:pt x="9022" y="18412"/>
                  <a:pt x="8900" y="18127"/>
                  <a:pt x="8880" y="17760"/>
                </a:cubicBezTo>
                <a:cubicBezTo>
                  <a:pt x="8859" y="16742"/>
                  <a:pt x="8839" y="15703"/>
                  <a:pt x="8819" y="14665"/>
                </a:cubicBezTo>
                <a:cubicBezTo>
                  <a:pt x="8717" y="10266"/>
                  <a:pt x="8615" y="5846"/>
                  <a:pt x="8513" y="1447"/>
                </a:cubicBezTo>
                <a:cubicBezTo>
                  <a:pt x="8493" y="1223"/>
                  <a:pt x="8493" y="979"/>
                  <a:pt x="8473" y="755"/>
                </a:cubicBezTo>
                <a:cubicBezTo>
                  <a:pt x="8433" y="283"/>
                  <a:pt x="8146" y="0"/>
                  <a:pt x="7741" y="0"/>
                </a:cubicBezTo>
                <a:cubicBezTo>
                  <a:pt x="7727" y="0"/>
                  <a:pt x="7713" y="1"/>
                  <a:pt x="7699" y="1"/>
                </a:cubicBezTo>
                <a:cubicBezTo>
                  <a:pt x="7291" y="1"/>
                  <a:pt x="6986" y="307"/>
                  <a:pt x="6986" y="796"/>
                </a:cubicBezTo>
                <a:cubicBezTo>
                  <a:pt x="6965" y="1753"/>
                  <a:pt x="6965" y="2710"/>
                  <a:pt x="6965" y="3667"/>
                </a:cubicBezTo>
                <a:cubicBezTo>
                  <a:pt x="6945" y="8310"/>
                  <a:pt x="6925" y="12954"/>
                  <a:pt x="6904" y="17597"/>
                </a:cubicBezTo>
                <a:cubicBezTo>
                  <a:pt x="6904" y="17943"/>
                  <a:pt x="6864" y="18290"/>
                  <a:pt x="6456" y="18412"/>
                </a:cubicBezTo>
                <a:cubicBezTo>
                  <a:pt x="6353" y="18448"/>
                  <a:pt x="6255" y="18465"/>
                  <a:pt x="6164" y="18465"/>
                </a:cubicBezTo>
                <a:cubicBezTo>
                  <a:pt x="5790" y="18465"/>
                  <a:pt x="5540" y="18174"/>
                  <a:pt x="5540" y="17699"/>
                </a:cubicBezTo>
                <a:cubicBezTo>
                  <a:pt x="5499" y="15398"/>
                  <a:pt x="5479" y="13117"/>
                  <a:pt x="5479" y="10836"/>
                </a:cubicBezTo>
                <a:cubicBezTo>
                  <a:pt x="5458" y="7577"/>
                  <a:pt x="5458" y="4298"/>
                  <a:pt x="5458" y="1040"/>
                </a:cubicBezTo>
                <a:cubicBezTo>
                  <a:pt x="5458" y="918"/>
                  <a:pt x="5458" y="796"/>
                  <a:pt x="5438" y="673"/>
                </a:cubicBezTo>
                <a:cubicBezTo>
                  <a:pt x="5379" y="280"/>
                  <a:pt x="5073" y="0"/>
                  <a:pt x="472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title"/>
          </p:nvPr>
        </p:nvSpPr>
        <p:spPr>
          <a:xfrm>
            <a:off x="1252725" y="539500"/>
            <a:ext cx="6631800" cy="67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Font typeface="Fjalla One"/>
              <a:buNone/>
              <a:defRPr sz="4500">
                <a:solidFill>
                  <a:schemeClr val="accent4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Font typeface="Fjalla One"/>
              <a:buNone/>
              <a:defRPr sz="4500">
                <a:solidFill>
                  <a:schemeClr val="accent4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Font typeface="Fjalla One"/>
              <a:buNone/>
              <a:defRPr sz="4500">
                <a:solidFill>
                  <a:schemeClr val="accent4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Font typeface="Fjalla One"/>
              <a:buNone/>
              <a:defRPr sz="4500">
                <a:solidFill>
                  <a:schemeClr val="accent4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Font typeface="Fjalla One"/>
              <a:buNone/>
              <a:defRPr sz="4500">
                <a:solidFill>
                  <a:schemeClr val="accent4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Font typeface="Fjalla One"/>
              <a:buNone/>
              <a:defRPr sz="4500">
                <a:solidFill>
                  <a:schemeClr val="accent4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Font typeface="Fjalla One"/>
              <a:buNone/>
              <a:defRPr sz="4500">
                <a:solidFill>
                  <a:schemeClr val="accent4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Font typeface="Fjalla One"/>
              <a:buNone/>
              <a:defRPr sz="4500">
                <a:solidFill>
                  <a:schemeClr val="accent4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ubTitle" idx="1"/>
          </p:nvPr>
        </p:nvSpPr>
        <p:spPr>
          <a:xfrm>
            <a:off x="1320875" y="1294875"/>
            <a:ext cx="7128000" cy="33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70519" y="-2069054"/>
            <a:ext cx="834176" cy="3998744"/>
          </a:xfrm>
          <a:custGeom>
            <a:avLst/>
            <a:gdLst/>
            <a:ahLst/>
            <a:cxnLst/>
            <a:rect l="l" t="t" r="r" b="b"/>
            <a:pathLst>
              <a:path w="16966" h="81329" extrusionOk="0">
                <a:moveTo>
                  <a:pt x="8539" y="1"/>
                </a:moveTo>
                <a:cubicBezTo>
                  <a:pt x="7826" y="1"/>
                  <a:pt x="7110" y="352"/>
                  <a:pt x="6559" y="1047"/>
                </a:cubicBezTo>
                <a:cubicBezTo>
                  <a:pt x="5866" y="1923"/>
                  <a:pt x="5479" y="2961"/>
                  <a:pt x="5357" y="4041"/>
                </a:cubicBezTo>
                <a:cubicBezTo>
                  <a:pt x="5194" y="5649"/>
                  <a:pt x="5031" y="7279"/>
                  <a:pt x="5051" y="8888"/>
                </a:cubicBezTo>
                <a:cubicBezTo>
                  <a:pt x="5113" y="11576"/>
                  <a:pt x="5235" y="14284"/>
                  <a:pt x="5459" y="16973"/>
                </a:cubicBezTo>
                <a:cubicBezTo>
                  <a:pt x="5703" y="20007"/>
                  <a:pt x="6131" y="23042"/>
                  <a:pt x="6436" y="26076"/>
                </a:cubicBezTo>
                <a:cubicBezTo>
                  <a:pt x="6721" y="28866"/>
                  <a:pt x="7068" y="31656"/>
                  <a:pt x="7149" y="34446"/>
                </a:cubicBezTo>
                <a:cubicBezTo>
                  <a:pt x="7292" y="40454"/>
                  <a:pt x="7292" y="46462"/>
                  <a:pt x="7312" y="52470"/>
                </a:cubicBezTo>
                <a:cubicBezTo>
                  <a:pt x="7312" y="53203"/>
                  <a:pt x="7149" y="53977"/>
                  <a:pt x="6986" y="54710"/>
                </a:cubicBezTo>
                <a:cubicBezTo>
                  <a:pt x="6803" y="55484"/>
                  <a:pt x="6314" y="55973"/>
                  <a:pt x="5520" y="56237"/>
                </a:cubicBezTo>
                <a:cubicBezTo>
                  <a:pt x="2750" y="57154"/>
                  <a:pt x="1223" y="59211"/>
                  <a:pt x="530" y="61940"/>
                </a:cubicBezTo>
                <a:cubicBezTo>
                  <a:pt x="1" y="63956"/>
                  <a:pt x="21" y="65993"/>
                  <a:pt x="266" y="68049"/>
                </a:cubicBezTo>
                <a:cubicBezTo>
                  <a:pt x="673" y="71288"/>
                  <a:pt x="1569" y="74363"/>
                  <a:pt x="3198" y="77214"/>
                </a:cubicBezTo>
                <a:cubicBezTo>
                  <a:pt x="3911" y="78436"/>
                  <a:pt x="4766" y="79536"/>
                  <a:pt x="5927" y="80391"/>
                </a:cubicBezTo>
                <a:cubicBezTo>
                  <a:pt x="6746" y="80992"/>
                  <a:pt x="7613" y="81328"/>
                  <a:pt x="8524" y="81328"/>
                </a:cubicBezTo>
                <a:cubicBezTo>
                  <a:pt x="9062" y="81328"/>
                  <a:pt x="9616" y="81211"/>
                  <a:pt x="10184" y="80961"/>
                </a:cubicBezTo>
                <a:cubicBezTo>
                  <a:pt x="11080" y="80554"/>
                  <a:pt x="11792" y="79923"/>
                  <a:pt x="12424" y="79189"/>
                </a:cubicBezTo>
                <a:cubicBezTo>
                  <a:pt x="14888" y="76318"/>
                  <a:pt x="15967" y="72856"/>
                  <a:pt x="16619" y="69231"/>
                </a:cubicBezTo>
                <a:cubicBezTo>
                  <a:pt x="16843" y="68029"/>
                  <a:pt x="16904" y="66807"/>
                  <a:pt x="16965" y="66115"/>
                </a:cubicBezTo>
                <a:cubicBezTo>
                  <a:pt x="16945" y="63488"/>
                  <a:pt x="16680" y="61451"/>
                  <a:pt x="15621" y="59577"/>
                </a:cubicBezTo>
                <a:cubicBezTo>
                  <a:pt x="14684" y="57948"/>
                  <a:pt x="13340" y="56808"/>
                  <a:pt x="11548" y="56237"/>
                </a:cubicBezTo>
                <a:cubicBezTo>
                  <a:pt x="10733" y="55993"/>
                  <a:pt x="10265" y="55464"/>
                  <a:pt x="10082" y="54710"/>
                </a:cubicBezTo>
                <a:cubicBezTo>
                  <a:pt x="9919" y="54058"/>
                  <a:pt x="9776" y="53386"/>
                  <a:pt x="9776" y="52714"/>
                </a:cubicBezTo>
                <a:cubicBezTo>
                  <a:pt x="9736" y="47684"/>
                  <a:pt x="9715" y="42654"/>
                  <a:pt x="9776" y="37623"/>
                </a:cubicBezTo>
                <a:cubicBezTo>
                  <a:pt x="9817" y="33896"/>
                  <a:pt x="10143" y="30170"/>
                  <a:pt x="10591" y="26463"/>
                </a:cubicBezTo>
                <a:cubicBezTo>
                  <a:pt x="10957" y="23306"/>
                  <a:pt x="11365" y="20170"/>
                  <a:pt x="11609" y="16993"/>
                </a:cubicBezTo>
                <a:cubicBezTo>
                  <a:pt x="11833" y="13979"/>
                  <a:pt x="11915" y="10965"/>
                  <a:pt x="11996" y="7930"/>
                </a:cubicBezTo>
                <a:cubicBezTo>
                  <a:pt x="12057" y="6179"/>
                  <a:pt x="11976" y="4387"/>
                  <a:pt x="11365" y="2717"/>
                </a:cubicBezTo>
                <a:cubicBezTo>
                  <a:pt x="11161" y="2126"/>
                  <a:pt x="10876" y="1536"/>
                  <a:pt x="10489" y="1047"/>
                </a:cubicBezTo>
                <a:cubicBezTo>
                  <a:pt x="9951" y="347"/>
                  <a:pt x="9247" y="1"/>
                  <a:pt x="85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 flipH="1">
            <a:off x="8230720" y="-2069054"/>
            <a:ext cx="834176" cy="3998744"/>
          </a:xfrm>
          <a:custGeom>
            <a:avLst/>
            <a:gdLst/>
            <a:ahLst/>
            <a:cxnLst/>
            <a:rect l="l" t="t" r="r" b="b"/>
            <a:pathLst>
              <a:path w="16966" h="81329" extrusionOk="0">
                <a:moveTo>
                  <a:pt x="8539" y="1"/>
                </a:moveTo>
                <a:cubicBezTo>
                  <a:pt x="7826" y="1"/>
                  <a:pt x="7110" y="352"/>
                  <a:pt x="6559" y="1047"/>
                </a:cubicBezTo>
                <a:cubicBezTo>
                  <a:pt x="5866" y="1923"/>
                  <a:pt x="5479" y="2961"/>
                  <a:pt x="5357" y="4041"/>
                </a:cubicBezTo>
                <a:cubicBezTo>
                  <a:pt x="5194" y="5649"/>
                  <a:pt x="5031" y="7279"/>
                  <a:pt x="5051" y="8888"/>
                </a:cubicBezTo>
                <a:cubicBezTo>
                  <a:pt x="5113" y="11576"/>
                  <a:pt x="5235" y="14284"/>
                  <a:pt x="5459" y="16973"/>
                </a:cubicBezTo>
                <a:cubicBezTo>
                  <a:pt x="5703" y="20007"/>
                  <a:pt x="6131" y="23042"/>
                  <a:pt x="6436" y="26076"/>
                </a:cubicBezTo>
                <a:cubicBezTo>
                  <a:pt x="6721" y="28866"/>
                  <a:pt x="7068" y="31656"/>
                  <a:pt x="7149" y="34446"/>
                </a:cubicBezTo>
                <a:cubicBezTo>
                  <a:pt x="7292" y="40454"/>
                  <a:pt x="7292" y="46462"/>
                  <a:pt x="7312" y="52470"/>
                </a:cubicBezTo>
                <a:cubicBezTo>
                  <a:pt x="7312" y="53203"/>
                  <a:pt x="7149" y="53977"/>
                  <a:pt x="6986" y="54710"/>
                </a:cubicBezTo>
                <a:cubicBezTo>
                  <a:pt x="6803" y="55484"/>
                  <a:pt x="6314" y="55973"/>
                  <a:pt x="5520" y="56237"/>
                </a:cubicBezTo>
                <a:cubicBezTo>
                  <a:pt x="2750" y="57154"/>
                  <a:pt x="1223" y="59211"/>
                  <a:pt x="530" y="61940"/>
                </a:cubicBezTo>
                <a:cubicBezTo>
                  <a:pt x="1" y="63956"/>
                  <a:pt x="21" y="65993"/>
                  <a:pt x="266" y="68049"/>
                </a:cubicBezTo>
                <a:cubicBezTo>
                  <a:pt x="673" y="71288"/>
                  <a:pt x="1569" y="74363"/>
                  <a:pt x="3198" y="77214"/>
                </a:cubicBezTo>
                <a:cubicBezTo>
                  <a:pt x="3911" y="78436"/>
                  <a:pt x="4766" y="79536"/>
                  <a:pt x="5927" y="80391"/>
                </a:cubicBezTo>
                <a:cubicBezTo>
                  <a:pt x="6746" y="80992"/>
                  <a:pt x="7613" y="81328"/>
                  <a:pt x="8524" y="81328"/>
                </a:cubicBezTo>
                <a:cubicBezTo>
                  <a:pt x="9062" y="81328"/>
                  <a:pt x="9616" y="81211"/>
                  <a:pt x="10184" y="80961"/>
                </a:cubicBezTo>
                <a:cubicBezTo>
                  <a:pt x="11080" y="80554"/>
                  <a:pt x="11792" y="79923"/>
                  <a:pt x="12424" y="79189"/>
                </a:cubicBezTo>
                <a:cubicBezTo>
                  <a:pt x="14888" y="76318"/>
                  <a:pt x="15967" y="72856"/>
                  <a:pt x="16619" y="69231"/>
                </a:cubicBezTo>
                <a:cubicBezTo>
                  <a:pt x="16843" y="68029"/>
                  <a:pt x="16904" y="66807"/>
                  <a:pt x="16965" y="66115"/>
                </a:cubicBezTo>
                <a:cubicBezTo>
                  <a:pt x="16945" y="63488"/>
                  <a:pt x="16680" y="61451"/>
                  <a:pt x="15621" y="59577"/>
                </a:cubicBezTo>
                <a:cubicBezTo>
                  <a:pt x="14684" y="57948"/>
                  <a:pt x="13340" y="56808"/>
                  <a:pt x="11548" y="56237"/>
                </a:cubicBezTo>
                <a:cubicBezTo>
                  <a:pt x="10733" y="55993"/>
                  <a:pt x="10265" y="55464"/>
                  <a:pt x="10082" y="54710"/>
                </a:cubicBezTo>
                <a:cubicBezTo>
                  <a:pt x="9919" y="54058"/>
                  <a:pt x="9776" y="53386"/>
                  <a:pt x="9776" y="52714"/>
                </a:cubicBezTo>
                <a:cubicBezTo>
                  <a:pt x="9736" y="47684"/>
                  <a:pt x="9715" y="42654"/>
                  <a:pt x="9776" y="37623"/>
                </a:cubicBezTo>
                <a:cubicBezTo>
                  <a:pt x="9817" y="33896"/>
                  <a:pt x="10143" y="30170"/>
                  <a:pt x="10591" y="26463"/>
                </a:cubicBezTo>
                <a:cubicBezTo>
                  <a:pt x="10957" y="23306"/>
                  <a:pt x="11365" y="20170"/>
                  <a:pt x="11609" y="16993"/>
                </a:cubicBezTo>
                <a:cubicBezTo>
                  <a:pt x="11833" y="13979"/>
                  <a:pt x="11915" y="10965"/>
                  <a:pt x="11996" y="7930"/>
                </a:cubicBezTo>
                <a:cubicBezTo>
                  <a:pt x="12057" y="6179"/>
                  <a:pt x="11976" y="4387"/>
                  <a:pt x="11365" y="2717"/>
                </a:cubicBezTo>
                <a:cubicBezTo>
                  <a:pt x="11161" y="2126"/>
                  <a:pt x="10876" y="1536"/>
                  <a:pt x="10489" y="1047"/>
                </a:cubicBezTo>
                <a:cubicBezTo>
                  <a:pt x="9951" y="347"/>
                  <a:pt x="9247" y="1"/>
                  <a:pt x="853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8806560" y="-3411474"/>
            <a:ext cx="616855" cy="3815103"/>
          </a:xfrm>
          <a:custGeom>
            <a:avLst/>
            <a:gdLst/>
            <a:ahLst/>
            <a:cxnLst/>
            <a:rect l="l" t="t" r="r" b="b"/>
            <a:pathLst>
              <a:path w="12546" h="77594" extrusionOk="0">
                <a:moveTo>
                  <a:pt x="4703" y="0"/>
                </a:moveTo>
                <a:cubicBezTo>
                  <a:pt x="4690" y="0"/>
                  <a:pt x="4677" y="0"/>
                  <a:pt x="4664" y="1"/>
                </a:cubicBezTo>
                <a:cubicBezTo>
                  <a:pt x="4257" y="21"/>
                  <a:pt x="3992" y="245"/>
                  <a:pt x="3952" y="653"/>
                </a:cubicBezTo>
                <a:cubicBezTo>
                  <a:pt x="3911" y="1264"/>
                  <a:pt x="3911" y="1854"/>
                  <a:pt x="3890" y="2465"/>
                </a:cubicBezTo>
                <a:cubicBezTo>
                  <a:pt x="3829" y="5296"/>
                  <a:pt x="3768" y="8127"/>
                  <a:pt x="3687" y="10958"/>
                </a:cubicBezTo>
                <a:cubicBezTo>
                  <a:pt x="3646" y="13198"/>
                  <a:pt x="3585" y="15438"/>
                  <a:pt x="3524" y="17658"/>
                </a:cubicBezTo>
                <a:cubicBezTo>
                  <a:pt x="3524" y="17780"/>
                  <a:pt x="3544" y="17963"/>
                  <a:pt x="3483" y="18025"/>
                </a:cubicBezTo>
                <a:cubicBezTo>
                  <a:pt x="3300" y="18187"/>
                  <a:pt x="3076" y="18391"/>
                  <a:pt x="2872" y="18411"/>
                </a:cubicBezTo>
                <a:cubicBezTo>
                  <a:pt x="2709" y="18411"/>
                  <a:pt x="2485" y="18167"/>
                  <a:pt x="2363" y="17984"/>
                </a:cubicBezTo>
                <a:cubicBezTo>
                  <a:pt x="2282" y="17882"/>
                  <a:pt x="2322" y="17760"/>
                  <a:pt x="2322" y="17597"/>
                </a:cubicBezTo>
                <a:cubicBezTo>
                  <a:pt x="2322" y="12057"/>
                  <a:pt x="2241" y="6538"/>
                  <a:pt x="2200" y="999"/>
                </a:cubicBezTo>
                <a:cubicBezTo>
                  <a:pt x="2200" y="734"/>
                  <a:pt x="2078" y="347"/>
                  <a:pt x="1874" y="184"/>
                </a:cubicBezTo>
                <a:cubicBezTo>
                  <a:pt x="1739" y="67"/>
                  <a:pt x="1589" y="14"/>
                  <a:pt x="1443" y="14"/>
                </a:cubicBezTo>
                <a:cubicBezTo>
                  <a:pt x="1083" y="14"/>
                  <a:pt x="748" y="337"/>
                  <a:pt x="734" y="816"/>
                </a:cubicBezTo>
                <a:cubicBezTo>
                  <a:pt x="652" y="2099"/>
                  <a:pt x="612" y="3361"/>
                  <a:pt x="551" y="4644"/>
                </a:cubicBezTo>
                <a:cubicBezTo>
                  <a:pt x="388" y="8921"/>
                  <a:pt x="164" y="13198"/>
                  <a:pt x="41" y="17495"/>
                </a:cubicBezTo>
                <a:cubicBezTo>
                  <a:pt x="1" y="19063"/>
                  <a:pt x="41" y="20672"/>
                  <a:pt x="204" y="22240"/>
                </a:cubicBezTo>
                <a:cubicBezTo>
                  <a:pt x="388" y="23910"/>
                  <a:pt x="1080" y="25417"/>
                  <a:pt x="2200" y="26680"/>
                </a:cubicBezTo>
                <a:cubicBezTo>
                  <a:pt x="2567" y="27087"/>
                  <a:pt x="2974" y="27535"/>
                  <a:pt x="3442" y="27780"/>
                </a:cubicBezTo>
                <a:cubicBezTo>
                  <a:pt x="4461" y="28289"/>
                  <a:pt x="4787" y="29185"/>
                  <a:pt x="4888" y="30183"/>
                </a:cubicBezTo>
                <a:cubicBezTo>
                  <a:pt x="5011" y="31303"/>
                  <a:pt x="5011" y="32423"/>
                  <a:pt x="5031" y="33543"/>
                </a:cubicBezTo>
                <a:cubicBezTo>
                  <a:pt x="5031" y="35681"/>
                  <a:pt x="5051" y="37840"/>
                  <a:pt x="5011" y="39979"/>
                </a:cubicBezTo>
                <a:cubicBezTo>
                  <a:pt x="4970" y="42911"/>
                  <a:pt x="4970" y="45864"/>
                  <a:pt x="4766" y="48797"/>
                </a:cubicBezTo>
                <a:cubicBezTo>
                  <a:pt x="4583" y="51424"/>
                  <a:pt x="4196" y="54031"/>
                  <a:pt x="3829" y="56638"/>
                </a:cubicBezTo>
                <a:cubicBezTo>
                  <a:pt x="3218" y="60874"/>
                  <a:pt x="2811" y="65130"/>
                  <a:pt x="2831" y="69427"/>
                </a:cubicBezTo>
                <a:cubicBezTo>
                  <a:pt x="2831" y="71158"/>
                  <a:pt x="2811" y="72910"/>
                  <a:pt x="3341" y="74600"/>
                </a:cubicBezTo>
                <a:cubicBezTo>
                  <a:pt x="3544" y="75252"/>
                  <a:pt x="3829" y="75903"/>
                  <a:pt x="4216" y="76453"/>
                </a:cubicBezTo>
                <a:cubicBezTo>
                  <a:pt x="4746" y="77217"/>
                  <a:pt x="5469" y="77594"/>
                  <a:pt x="6197" y="77594"/>
                </a:cubicBezTo>
                <a:cubicBezTo>
                  <a:pt x="6925" y="77594"/>
                  <a:pt x="7658" y="77217"/>
                  <a:pt x="8208" y="76474"/>
                </a:cubicBezTo>
                <a:cubicBezTo>
                  <a:pt x="8880" y="75557"/>
                  <a:pt x="9226" y="74518"/>
                  <a:pt x="9328" y="73419"/>
                </a:cubicBezTo>
                <a:cubicBezTo>
                  <a:pt x="9471" y="71728"/>
                  <a:pt x="9572" y="70018"/>
                  <a:pt x="9572" y="68307"/>
                </a:cubicBezTo>
                <a:cubicBezTo>
                  <a:pt x="9552" y="63664"/>
                  <a:pt x="8941" y="59081"/>
                  <a:pt x="8269" y="54499"/>
                </a:cubicBezTo>
                <a:cubicBezTo>
                  <a:pt x="7699" y="50691"/>
                  <a:pt x="7393" y="46842"/>
                  <a:pt x="7393" y="42993"/>
                </a:cubicBezTo>
                <a:cubicBezTo>
                  <a:pt x="7393" y="39225"/>
                  <a:pt x="7373" y="35457"/>
                  <a:pt x="7414" y="31710"/>
                </a:cubicBezTo>
                <a:cubicBezTo>
                  <a:pt x="7414" y="30855"/>
                  <a:pt x="7597" y="29999"/>
                  <a:pt x="7780" y="29164"/>
                </a:cubicBezTo>
                <a:cubicBezTo>
                  <a:pt x="7882" y="28615"/>
                  <a:pt x="8249" y="28228"/>
                  <a:pt x="8738" y="27922"/>
                </a:cubicBezTo>
                <a:cubicBezTo>
                  <a:pt x="10652" y="26741"/>
                  <a:pt x="11609" y="24888"/>
                  <a:pt x="12118" y="22770"/>
                </a:cubicBezTo>
                <a:cubicBezTo>
                  <a:pt x="12546" y="20998"/>
                  <a:pt x="12403" y="19185"/>
                  <a:pt x="12383" y="17393"/>
                </a:cubicBezTo>
                <a:cubicBezTo>
                  <a:pt x="12342" y="15784"/>
                  <a:pt x="12261" y="14175"/>
                  <a:pt x="12200" y="12587"/>
                </a:cubicBezTo>
                <a:cubicBezTo>
                  <a:pt x="12037" y="9267"/>
                  <a:pt x="11894" y="5968"/>
                  <a:pt x="11731" y="2649"/>
                </a:cubicBezTo>
                <a:cubicBezTo>
                  <a:pt x="11711" y="2038"/>
                  <a:pt x="11711" y="1427"/>
                  <a:pt x="11670" y="816"/>
                </a:cubicBezTo>
                <a:cubicBezTo>
                  <a:pt x="11650" y="307"/>
                  <a:pt x="11344" y="1"/>
                  <a:pt x="10917" y="1"/>
                </a:cubicBezTo>
                <a:cubicBezTo>
                  <a:pt x="10469" y="1"/>
                  <a:pt x="10183" y="327"/>
                  <a:pt x="10183" y="836"/>
                </a:cubicBezTo>
                <a:cubicBezTo>
                  <a:pt x="10143" y="6396"/>
                  <a:pt x="10122" y="11935"/>
                  <a:pt x="10082" y="17495"/>
                </a:cubicBezTo>
                <a:cubicBezTo>
                  <a:pt x="10082" y="17597"/>
                  <a:pt x="10082" y="17719"/>
                  <a:pt x="10082" y="17821"/>
                </a:cubicBezTo>
                <a:cubicBezTo>
                  <a:pt x="10023" y="18212"/>
                  <a:pt x="9795" y="18453"/>
                  <a:pt x="9470" y="18453"/>
                </a:cubicBezTo>
                <a:cubicBezTo>
                  <a:pt x="9457" y="18453"/>
                  <a:pt x="9443" y="18453"/>
                  <a:pt x="9430" y="18452"/>
                </a:cubicBezTo>
                <a:cubicBezTo>
                  <a:pt x="9023" y="18411"/>
                  <a:pt x="8880" y="18126"/>
                  <a:pt x="8880" y="17780"/>
                </a:cubicBezTo>
                <a:cubicBezTo>
                  <a:pt x="8839" y="16741"/>
                  <a:pt x="8819" y="15703"/>
                  <a:pt x="8799" y="14685"/>
                </a:cubicBezTo>
                <a:cubicBezTo>
                  <a:pt x="8697" y="10265"/>
                  <a:pt x="8595" y="5866"/>
                  <a:pt x="8493" y="1447"/>
                </a:cubicBezTo>
                <a:cubicBezTo>
                  <a:pt x="8493" y="1223"/>
                  <a:pt x="8493" y="979"/>
                  <a:pt x="8473" y="755"/>
                </a:cubicBezTo>
                <a:cubicBezTo>
                  <a:pt x="8412" y="286"/>
                  <a:pt x="8106" y="1"/>
                  <a:pt x="7699" y="1"/>
                </a:cubicBezTo>
                <a:cubicBezTo>
                  <a:pt x="7271" y="21"/>
                  <a:pt x="6986" y="327"/>
                  <a:pt x="6966" y="816"/>
                </a:cubicBezTo>
                <a:cubicBezTo>
                  <a:pt x="6945" y="1752"/>
                  <a:pt x="6945" y="2710"/>
                  <a:pt x="6945" y="3667"/>
                </a:cubicBezTo>
                <a:cubicBezTo>
                  <a:pt x="6925" y="8310"/>
                  <a:pt x="6905" y="12954"/>
                  <a:pt x="6884" y="17597"/>
                </a:cubicBezTo>
                <a:cubicBezTo>
                  <a:pt x="6884" y="17963"/>
                  <a:pt x="6864" y="18289"/>
                  <a:pt x="6457" y="18432"/>
                </a:cubicBezTo>
                <a:cubicBezTo>
                  <a:pt x="6361" y="18461"/>
                  <a:pt x="6270" y="18475"/>
                  <a:pt x="6184" y="18475"/>
                </a:cubicBezTo>
                <a:cubicBezTo>
                  <a:pt x="5793" y="18475"/>
                  <a:pt x="5520" y="18183"/>
                  <a:pt x="5520" y="17699"/>
                </a:cubicBezTo>
                <a:cubicBezTo>
                  <a:pt x="5499" y="15418"/>
                  <a:pt x="5479" y="13137"/>
                  <a:pt x="5479" y="10856"/>
                </a:cubicBezTo>
                <a:cubicBezTo>
                  <a:pt x="5459" y="7577"/>
                  <a:pt x="5459" y="4319"/>
                  <a:pt x="5438" y="1040"/>
                </a:cubicBezTo>
                <a:cubicBezTo>
                  <a:pt x="5438" y="917"/>
                  <a:pt x="5459" y="795"/>
                  <a:pt x="5438" y="673"/>
                </a:cubicBezTo>
                <a:cubicBezTo>
                  <a:pt x="5379" y="280"/>
                  <a:pt x="5073" y="0"/>
                  <a:pt x="47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7779221" y="2283068"/>
            <a:ext cx="552790" cy="3291764"/>
          </a:xfrm>
          <a:custGeom>
            <a:avLst/>
            <a:gdLst/>
            <a:ahLst/>
            <a:cxnLst/>
            <a:rect l="l" t="t" r="r" b="b"/>
            <a:pathLst>
              <a:path w="11243" h="66950" extrusionOk="0">
                <a:moveTo>
                  <a:pt x="5471" y="0"/>
                </a:moveTo>
                <a:cubicBezTo>
                  <a:pt x="4786" y="0"/>
                  <a:pt x="4096" y="352"/>
                  <a:pt x="3585" y="1047"/>
                </a:cubicBezTo>
                <a:cubicBezTo>
                  <a:pt x="2974" y="1882"/>
                  <a:pt x="2648" y="2880"/>
                  <a:pt x="2546" y="3898"/>
                </a:cubicBezTo>
                <a:cubicBezTo>
                  <a:pt x="2403" y="5466"/>
                  <a:pt x="2322" y="7075"/>
                  <a:pt x="2322" y="8663"/>
                </a:cubicBezTo>
                <a:cubicBezTo>
                  <a:pt x="2322" y="12981"/>
                  <a:pt x="2892" y="17237"/>
                  <a:pt x="3544" y="21514"/>
                </a:cubicBezTo>
                <a:cubicBezTo>
                  <a:pt x="4053" y="25058"/>
                  <a:pt x="4358" y="28642"/>
                  <a:pt x="4338" y="32247"/>
                </a:cubicBezTo>
                <a:cubicBezTo>
                  <a:pt x="4338" y="35750"/>
                  <a:pt x="4358" y="39253"/>
                  <a:pt x="4338" y="42755"/>
                </a:cubicBezTo>
                <a:cubicBezTo>
                  <a:pt x="4318" y="43550"/>
                  <a:pt x="4155" y="44344"/>
                  <a:pt x="3992" y="45118"/>
                </a:cubicBezTo>
                <a:cubicBezTo>
                  <a:pt x="3890" y="45627"/>
                  <a:pt x="3564" y="45973"/>
                  <a:pt x="3096" y="46279"/>
                </a:cubicBezTo>
                <a:cubicBezTo>
                  <a:pt x="1385" y="47338"/>
                  <a:pt x="489" y="48967"/>
                  <a:pt x="0" y="50840"/>
                </a:cubicBezTo>
                <a:lnTo>
                  <a:pt x="0" y="63325"/>
                </a:lnTo>
                <a:cubicBezTo>
                  <a:pt x="61" y="64546"/>
                  <a:pt x="102" y="65748"/>
                  <a:pt x="163" y="66950"/>
                </a:cubicBezTo>
                <a:lnTo>
                  <a:pt x="1772" y="66950"/>
                </a:lnTo>
                <a:cubicBezTo>
                  <a:pt x="1792" y="63304"/>
                  <a:pt x="1813" y="59638"/>
                  <a:pt x="1833" y="55993"/>
                </a:cubicBezTo>
                <a:cubicBezTo>
                  <a:pt x="1833" y="55891"/>
                  <a:pt x="1833" y="55789"/>
                  <a:pt x="1854" y="55687"/>
                </a:cubicBezTo>
                <a:cubicBezTo>
                  <a:pt x="1893" y="55317"/>
                  <a:pt x="2100" y="55096"/>
                  <a:pt x="2404" y="55096"/>
                </a:cubicBezTo>
                <a:cubicBezTo>
                  <a:pt x="2417" y="55096"/>
                  <a:pt x="2430" y="55096"/>
                  <a:pt x="2444" y="55097"/>
                </a:cubicBezTo>
                <a:cubicBezTo>
                  <a:pt x="2831" y="55138"/>
                  <a:pt x="2953" y="55402"/>
                  <a:pt x="2974" y="55728"/>
                </a:cubicBezTo>
                <a:cubicBezTo>
                  <a:pt x="2994" y="56685"/>
                  <a:pt x="3014" y="57643"/>
                  <a:pt x="3035" y="58620"/>
                </a:cubicBezTo>
                <a:cubicBezTo>
                  <a:pt x="3096" y="61390"/>
                  <a:pt x="3157" y="64160"/>
                  <a:pt x="3218" y="66950"/>
                </a:cubicBezTo>
                <a:lnTo>
                  <a:pt x="4766" y="66950"/>
                </a:lnTo>
                <a:cubicBezTo>
                  <a:pt x="4786" y="63263"/>
                  <a:pt x="4807" y="59577"/>
                  <a:pt x="4807" y="55891"/>
                </a:cubicBezTo>
                <a:cubicBezTo>
                  <a:pt x="4807" y="55565"/>
                  <a:pt x="4847" y="55239"/>
                  <a:pt x="5214" y="55117"/>
                </a:cubicBezTo>
                <a:cubicBezTo>
                  <a:pt x="5310" y="55087"/>
                  <a:pt x="5401" y="55072"/>
                  <a:pt x="5485" y="55072"/>
                </a:cubicBezTo>
                <a:cubicBezTo>
                  <a:pt x="5848" y="55072"/>
                  <a:pt x="6090" y="55347"/>
                  <a:pt x="6090" y="55810"/>
                </a:cubicBezTo>
                <a:cubicBezTo>
                  <a:pt x="6110" y="57928"/>
                  <a:pt x="6130" y="60046"/>
                  <a:pt x="6130" y="62184"/>
                </a:cubicBezTo>
                <a:cubicBezTo>
                  <a:pt x="6151" y="63773"/>
                  <a:pt x="6151" y="65361"/>
                  <a:pt x="6151" y="66950"/>
                </a:cubicBezTo>
                <a:lnTo>
                  <a:pt x="7678" y="66950"/>
                </a:lnTo>
                <a:cubicBezTo>
                  <a:pt x="7719" y="65320"/>
                  <a:pt x="7760" y="63691"/>
                  <a:pt x="7800" y="62082"/>
                </a:cubicBezTo>
                <a:cubicBezTo>
                  <a:pt x="7841" y="59985"/>
                  <a:pt x="7902" y="57907"/>
                  <a:pt x="7943" y="55830"/>
                </a:cubicBezTo>
                <a:cubicBezTo>
                  <a:pt x="7963" y="55484"/>
                  <a:pt x="8187" y="55158"/>
                  <a:pt x="8554" y="55138"/>
                </a:cubicBezTo>
                <a:cubicBezTo>
                  <a:pt x="8941" y="55138"/>
                  <a:pt x="9063" y="55606"/>
                  <a:pt x="9063" y="55891"/>
                </a:cubicBezTo>
                <a:cubicBezTo>
                  <a:pt x="9063" y="59598"/>
                  <a:pt x="9165" y="63263"/>
                  <a:pt x="9165" y="66950"/>
                </a:cubicBezTo>
                <a:lnTo>
                  <a:pt x="10753" y="66950"/>
                </a:lnTo>
                <a:cubicBezTo>
                  <a:pt x="10916" y="63304"/>
                  <a:pt x="11079" y="59638"/>
                  <a:pt x="11201" y="55993"/>
                </a:cubicBezTo>
                <a:cubicBezTo>
                  <a:pt x="11242" y="54527"/>
                  <a:pt x="11201" y="53040"/>
                  <a:pt x="11038" y="51574"/>
                </a:cubicBezTo>
                <a:cubicBezTo>
                  <a:pt x="10875" y="50026"/>
                  <a:pt x="10224" y="48621"/>
                  <a:pt x="9185" y="47439"/>
                </a:cubicBezTo>
                <a:cubicBezTo>
                  <a:pt x="8839" y="47052"/>
                  <a:pt x="8472" y="46645"/>
                  <a:pt x="8024" y="46421"/>
                </a:cubicBezTo>
                <a:cubicBezTo>
                  <a:pt x="7067" y="45932"/>
                  <a:pt x="6762" y="45097"/>
                  <a:pt x="6680" y="44161"/>
                </a:cubicBezTo>
                <a:cubicBezTo>
                  <a:pt x="6578" y="43122"/>
                  <a:pt x="6558" y="42083"/>
                  <a:pt x="6558" y="41045"/>
                </a:cubicBezTo>
                <a:cubicBezTo>
                  <a:pt x="6538" y="39049"/>
                  <a:pt x="6517" y="37033"/>
                  <a:pt x="6558" y="35037"/>
                </a:cubicBezTo>
                <a:cubicBezTo>
                  <a:pt x="6599" y="32308"/>
                  <a:pt x="6599" y="29559"/>
                  <a:pt x="6802" y="26830"/>
                </a:cubicBezTo>
                <a:cubicBezTo>
                  <a:pt x="6965" y="24386"/>
                  <a:pt x="7332" y="21962"/>
                  <a:pt x="7678" y="19539"/>
                </a:cubicBezTo>
                <a:cubicBezTo>
                  <a:pt x="8228" y="15567"/>
                  <a:pt x="8615" y="11616"/>
                  <a:pt x="8615" y="7604"/>
                </a:cubicBezTo>
                <a:cubicBezTo>
                  <a:pt x="8595" y="5996"/>
                  <a:pt x="8615" y="4366"/>
                  <a:pt x="8126" y="2798"/>
                </a:cubicBezTo>
                <a:cubicBezTo>
                  <a:pt x="7922" y="2187"/>
                  <a:pt x="7678" y="1576"/>
                  <a:pt x="7312" y="1047"/>
                </a:cubicBezTo>
                <a:cubicBezTo>
                  <a:pt x="6825" y="347"/>
                  <a:pt x="6151" y="0"/>
                  <a:pt x="547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789548" y="2062737"/>
            <a:ext cx="616855" cy="3315463"/>
          </a:xfrm>
          <a:custGeom>
            <a:avLst/>
            <a:gdLst/>
            <a:ahLst/>
            <a:cxnLst/>
            <a:rect l="l" t="t" r="r" b="b"/>
            <a:pathLst>
              <a:path w="12546" h="67432" extrusionOk="0">
                <a:moveTo>
                  <a:pt x="4721" y="0"/>
                </a:moveTo>
                <a:cubicBezTo>
                  <a:pt x="4709" y="0"/>
                  <a:pt x="4697" y="1"/>
                  <a:pt x="4685" y="1"/>
                </a:cubicBezTo>
                <a:cubicBezTo>
                  <a:pt x="4277" y="22"/>
                  <a:pt x="3992" y="246"/>
                  <a:pt x="3951" y="653"/>
                </a:cubicBezTo>
                <a:cubicBezTo>
                  <a:pt x="3911" y="1244"/>
                  <a:pt x="3911" y="1855"/>
                  <a:pt x="3911" y="2445"/>
                </a:cubicBezTo>
                <a:cubicBezTo>
                  <a:pt x="3829" y="5276"/>
                  <a:pt x="3768" y="8127"/>
                  <a:pt x="3707" y="10958"/>
                </a:cubicBezTo>
                <a:cubicBezTo>
                  <a:pt x="3646" y="13198"/>
                  <a:pt x="3585" y="15418"/>
                  <a:pt x="3524" y="17658"/>
                </a:cubicBezTo>
                <a:cubicBezTo>
                  <a:pt x="3524" y="17780"/>
                  <a:pt x="3544" y="17943"/>
                  <a:pt x="3483" y="18004"/>
                </a:cubicBezTo>
                <a:cubicBezTo>
                  <a:pt x="3300" y="18167"/>
                  <a:pt x="3096" y="18391"/>
                  <a:pt x="2892" y="18391"/>
                </a:cubicBezTo>
                <a:cubicBezTo>
                  <a:pt x="2709" y="18391"/>
                  <a:pt x="2505" y="18167"/>
                  <a:pt x="2363" y="17984"/>
                </a:cubicBezTo>
                <a:cubicBezTo>
                  <a:pt x="2302" y="17882"/>
                  <a:pt x="2342" y="17740"/>
                  <a:pt x="2342" y="17597"/>
                </a:cubicBezTo>
                <a:cubicBezTo>
                  <a:pt x="2322" y="12058"/>
                  <a:pt x="2261" y="6539"/>
                  <a:pt x="2200" y="999"/>
                </a:cubicBezTo>
                <a:cubicBezTo>
                  <a:pt x="2200" y="735"/>
                  <a:pt x="2078" y="348"/>
                  <a:pt x="1874" y="164"/>
                </a:cubicBezTo>
                <a:cubicBezTo>
                  <a:pt x="1749" y="56"/>
                  <a:pt x="1607" y="7"/>
                  <a:pt x="1468" y="7"/>
                </a:cubicBezTo>
                <a:cubicBezTo>
                  <a:pt x="1109" y="7"/>
                  <a:pt x="763" y="332"/>
                  <a:pt x="734" y="816"/>
                </a:cubicBezTo>
                <a:cubicBezTo>
                  <a:pt x="672" y="2099"/>
                  <a:pt x="611" y="3362"/>
                  <a:pt x="571" y="4645"/>
                </a:cubicBezTo>
                <a:cubicBezTo>
                  <a:pt x="387" y="8921"/>
                  <a:pt x="184" y="13198"/>
                  <a:pt x="41" y="17475"/>
                </a:cubicBezTo>
                <a:cubicBezTo>
                  <a:pt x="0" y="19063"/>
                  <a:pt x="41" y="20652"/>
                  <a:pt x="204" y="22241"/>
                </a:cubicBezTo>
                <a:cubicBezTo>
                  <a:pt x="387" y="23890"/>
                  <a:pt x="1080" y="25418"/>
                  <a:pt x="2220" y="26680"/>
                </a:cubicBezTo>
                <a:cubicBezTo>
                  <a:pt x="2567" y="27088"/>
                  <a:pt x="2974" y="27536"/>
                  <a:pt x="3463" y="27760"/>
                </a:cubicBezTo>
                <a:cubicBezTo>
                  <a:pt x="4481" y="28289"/>
                  <a:pt x="4807" y="29185"/>
                  <a:pt x="4909" y="30183"/>
                </a:cubicBezTo>
                <a:cubicBezTo>
                  <a:pt x="5010" y="31303"/>
                  <a:pt x="5010" y="32423"/>
                  <a:pt x="5031" y="33543"/>
                </a:cubicBezTo>
                <a:cubicBezTo>
                  <a:pt x="5051" y="35682"/>
                  <a:pt x="5051" y="37820"/>
                  <a:pt x="5031" y="39979"/>
                </a:cubicBezTo>
                <a:cubicBezTo>
                  <a:pt x="4970" y="42912"/>
                  <a:pt x="4970" y="45865"/>
                  <a:pt x="4766" y="48797"/>
                </a:cubicBezTo>
                <a:cubicBezTo>
                  <a:pt x="4583" y="51404"/>
                  <a:pt x="4196" y="54011"/>
                  <a:pt x="3829" y="56618"/>
                </a:cubicBezTo>
                <a:cubicBezTo>
                  <a:pt x="3320" y="60202"/>
                  <a:pt x="2953" y="63807"/>
                  <a:pt x="2852" y="67432"/>
                </a:cubicBezTo>
                <a:lnTo>
                  <a:pt x="9552" y="67432"/>
                </a:lnTo>
                <a:cubicBezTo>
                  <a:pt x="9470" y="63094"/>
                  <a:pt x="8921" y="58797"/>
                  <a:pt x="8269" y="54500"/>
                </a:cubicBezTo>
                <a:cubicBezTo>
                  <a:pt x="7699" y="50691"/>
                  <a:pt x="7393" y="46842"/>
                  <a:pt x="7393" y="42973"/>
                </a:cubicBezTo>
                <a:cubicBezTo>
                  <a:pt x="7414" y="39225"/>
                  <a:pt x="7373" y="35458"/>
                  <a:pt x="7414" y="31690"/>
                </a:cubicBezTo>
                <a:cubicBezTo>
                  <a:pt x="7434" y="30835"/>
                  <a:pt x="7597" y="29979"/>
                  <a:pt x="7780" y="29144"/>
                </a:cubicBezTo>
                <a:cubicBezTo>
                  <a:pt x="7882" y="28615"/>
                  <a:pt x="8249" y="28228"/>
                  <a:pt x="8737" y="27922"/>
                </a:cubicBezTo>
                <a:cubicBezTo>
                  <a:pt x="10652" y="26741"/>
                  <a:pt x="11609" y="24888"/>
                  <a:pt x="12118" y="22770"/>
                </a:cubicBezTo>
                <a:cubicBezTo>
                  <a:pt x="12546" y="20998"/>
                  <a:pt x="12403" y="19186"/>
                  <a:pt x="12383" y="17373"/>
                </a:cubicBezTo>
                <a:cubicBezTo>
                  <a:pt x="12362" y="15785"/>
                  <a:pt x="12261" y="14176"/>
                  <a:pt x="12199" y="12567"/>
                </a:cubicBezTo>
                <a:cubicBezTo>
                  <a:pt x="12057" y="9268"/>
                  <a:pt x="11894" y="5948"/>
                  <a:pt x="11751" y="2649"/>
                </a:cubicBezTo>
                <a:cubicBezTo>
                  <a:pt x="11711" y="2038"/>
                  <a:pt x="11711" y="1427"/>
                  <a:pt x="11690" y="816"/>
                </a:cubicBezTo>
                <a:cubicBezTo>
                  <a:pt x="11670" y="307"/>
                  <a:pt x="11364" y="1"/>
                  <a:pt x="10916" y="1"/>
                </a:cubicBezTo>
                <a:cubicBezTo>
                  <a:pt x="10489" y="1"/>
                  <a:pt x="10204" y="327"/>
                  <a:pt x="10204" y="836"/>
                </a:cubicBezTo>
                <a:cubicBezTo>
                  <a:pt x="10163" y="6376"/>
                  <a:pt x="10122" y="11936"/>
                  <a:pt x="10081" y="17495"/>
                </a:cubicBezTo>
                <a:cubicBezTo>
                  <a:pt x="10081" y="17597"/>
                  <a:pt x="10102" y="17699"/>
                  <a:pt x="10081" y="17801"/>
                </a:cubicBezTo>
                <a:cubicBezTo>
                  <a:pt x="10042" y="18212"/>
                  <a:pt x="9796" y="18454"/>
                  <a:pt x="9470" y="18454"/>
                </a:cubicBezTo>
                <a:cubicBezTo>
                  <a:pt x="9456" y="18454"/>
                  <a:pt x="9443" y="18453"/>
                  <a:pt x="9430" y="18453"/>
                </a:cubicBezTo>
                <a:cubicBezTo>
                  <a:pt x="9022" y="18412"/>
                  <a:pt x="8900" y="18127"/>
                  <a:pt x="8880" y="17760"/>
                </a:cubicBezTo>
                <a:cubicBezTo>
                  <a:pt x="8859" y="16742"/>
                  <a:pt x="8839" y="15703"/>
                  <a:pt x="8819" y="14665"/>
                </a:cubicBezTo>
                <a:cubicBezTo>
                  <a:pt x="8717" y="10266"/>
                  <a:pt x="8615" y="5846"/>
                  <a:pt x="8513" y="1447"/>
                </a:cubicBezTo>
                <a:cubicBezTo>
                  <a:pt x="8493" y="1223"/>
                  <a:pt x="8493" y="979"/>
                  <a:pt x="8473" y="755"/>
                </a:cubicBezTo>
                <a:cubicBezTo>
                  <a:pt x="8433" y="283"/>
                  <a:pt x="8146" y="0"/>
                  <a:pt x="7741" y="0"/>
                </a:cubicBezTo>
                <a:cubicBezTo>
                  <a:pt x="7727" y="0"/>
                  <a:pt x="7713" y="1"/>
                  <a:pt x="7699" y="1"/>
                </a:cubicBezTo>
                <a:cubicBezTo>
                  <a:pt x="7291" y="1"/>
                  <a:pt x="6986" y="307"/>
                  <a:pt x="6986" y="796"/>
                </a:cubicBezTo>
                <a:cubicBezTo>
                  <a:pt x="6965" y="1753"/>
                  <a:pt x="6965" y="2710"/>
                  <a:pt x="6965" y="3667"/>
                </a:cubicBezTo>
                <a:cubicBezTo>
                  <a:pt x="6945" y="8310"/>
                  <a:pt x="6925" y="12954"/>
                  <a:pt x="6904" y="17597"/>
                </a:cubicBezTo>
                <a:cubicBezTo>
                  <a:pt x="6904" y="17943"/>
                  <a:pt x="6864" y="18290"/>
                  <a:pt x="6456" y="18412"/>
                </a:cubicBezTo>
                <a:cubicBezTo>
                  <a:pt x="6353" y="18448"/>
                  <a:pt x="6255" y="18465"/>
                  <a:pt x="6164" y="18465"/>
                </a:cubicBezTo>
                <a:cubicBezTo>
                  <a:pt x="5790" y="18465"/>
                  <a:pt x="5540" y="18174"/>
                  <a:pt x="5540" y="17699"/>
                </a:cubicBezTo>
                <a:cubicBezTo>
                  <a:pt x="5499" y="15398"/>
                  <a:pt x="5479" y="13117"/>
                  <a:pt x="5479" y="10836"/>
                </a:cubicBezTo>
                <a:cubicBezTo>
                  <a:pt x="5458" y="7577"/>
                  <a:pt x="5458" y="4298"/>
                  <a:pt x="5458" y="1040"/>
                </a:cubicBezTo>
                <a:cubicBezTo>
                  <a:pt x="5458" y="918"/>
                  <a:pt x="5458" y="796"/>
                  <a:pt x="5438" y="673"/>
                </a:cubicBezTo>
                <a:cubicBezTo>
                  <a:pt x="5379" y="280"/>
                  <a:pt x="5073" y="0"/>
                  <a:pt x="472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941825" y="1323575"/>
            <a:ext cx="2544000" cy="68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Fjalla One"/>
              <a:buNone/>
              <a:defRPr sz="4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Fjalla One"/>
              <a:buNone/>
              <a:defRPr sz="4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Fjalla One"/>
              <a:buNone/>
              <a:defRPr sz="4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Fjalla One"/>
              <a:buNone/>
              <a:defRPr sz="4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Fjalla One"/>
              <a:buNone/>
              <a:defRPr sz="4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Fjalla One"/>
              <a:buNone/>
              <a:defRPr sz="4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Fjalla One"/>
              <a:buNone/>
              <a:defRPr sz="4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Fjalla One"/>
              <a:buNone/>
              <a:defRPr sz="4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1"/>
          </p:nvPr>
        </p:nvSpPr>
        <p:spPr>
          <a:xfrm>
            <a:off x="4062568" y="880925"/>
            <a:ext cx="3692700" cy="157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2"/>
          </p:nvPr>
        </p:nvSpPr>
        <p:spPr>
          <a:xfrm>
            <a:off x="4062568" y="2859000"/>
            <a:ext cx="3692700" cy="157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3"/>
          </p:nvPr>
        </p:nvSpPr>
        <p:spPr>
          <a:xfrm>
            <a:off x="941819" y="3361950"/>
            <a:ext cx="2615100" cy="5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Fjalla One"/>
              <a:buNone/>
              <a:defRPr sz="4000" b="1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941825" y="1481863"/>
            <a:ext cx="4928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 sz="34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 sz="34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 sz="34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 sz="34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 sz="34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 sz="34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 sz="34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 sz="34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ubTitle" idx="1"/>
          </p:nvPr>
        </p:nvSpPr>
        <p:spPr>
          <a:xfrm>
            <a:off x="941825" y="2420238"/>
            <a:ext cx="4410600" cy="12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1" name="Google Shape;61;p7"/>
          <p:cNvSpPr/>
          <p:nvPr/>
        </p:nvSpPr>
        <p:spPr>
          <a:xfrm rot="10800000" flipH="1">
            <a:off x="7238267" y="1616715"/>
            <a:ext cx="640087" cy="4208414"/>
          </a:xfrm>
          <a:custGeom>
            <a:avLst/>
            <a:gdLst/>
            <a:ahLst/>
            <a:cxnLst/>
            <a:rect l="l" t="t" r="r" b="b"/>
            <a:pathLst>
              <a:path w="13830" h="91269" extrusionOk="0">
                <a:moveTo>
                  <a:pt x="1744" y="1"/>
                </a:moveTo>
                <a:cubicBezTo>
                  <a:pt x="1499" y="1"/>
                  <a:pt x="1283" y="115"/>
                  <a:pt x="1121" y="336"/>
                </a:cubicBezTo>
                <a:cubicBezTo>
                  <a:pt x="999" y="499"/>
                  <a:pt x="938" y="723"/>
                  <a:pt x="938" y="927"/>
                </a:cubicBezTo>
                <a:cubicBezTo>
                  <a:pt x="836" y="2923"/>
                  <a:pt x="754" y="4939"/>
                  <a:pt x="673" y="6935"/>
                </a:cubicBezTo>
                <a:cubicBezTo>
                  <a:pt x="490" y="11191"/>
                  <a:pt x="286" y="15447"/>
                  <a:pt x="164" y="19704"/>
                </a:cubicBezTo>
                <a:cubicBezTo>
                  <a:pt x="82" y="21822"/>
                  <a:pt x="1" y="23960"/>
                  <a:pt x="653" y="26017"/>
                </a:cubicBezTo>
                <a:cubicBezTo>
                  <a:pt x="1345" y="28176"/>
                  <a:pt x="2506" y="29968"/>
                  <a:pt x="4502" y="31149"/>
                </a:cubicBezTo>
                <a:cubicBezTo>
                  <a:pt x="4868" y="31353"/>
                  <a:pt x="5113" y="31882"/>
                  <a:pt x="5276" y="32310"/>
                </a:cubicBezTo>
                <a:cubicBezTo>
                  <a:pt x="5703" y="33389"/>
                  <a:pt x="5683" y="34550"/>
                  <a:pt x="5683" y="35691"/>
                </a:cubicBezTo>
                <a:cubicBezTo>
                  <a:pt x="5703" y="38664"/>
                  <a:pt x="5724" y="41658"/>
                  <a:pt x="5703" y="44651"/>
                </a:cubicBezTo>
                <a:cubicBezTo>
                  <a:pt x="5663" y="47727"/>
                  <a:pt x="5724" y="50822"/>
                  <a:pt x="5540" y="53897"/>
                </a:cubicBezTo>
                <a:cubicBezTo>
                  <a:pt x="5296" y="57747"/>
                  <a:pt x="4848" y="61596"/>
                  <a:pt x="4481" y="65445"/>
                </a:cubicBezTo>
                <a:cubicBezTo>
                  <a:pt x="4135" y="69151"/>
                  <a:pt x="3707" y="72858"/>
                  <a:pt x="3443" y="76585"/>
                </a:cubicBezTo>
                <a:cubicBezTo>
                  <a:pt x="3280" y="79090"/>
                  <a:pt x="3280" y="81635"/>
                  <a:pt x="3280" y="84161"/>
                </a:cubicBezTo>
                <a:cubicBezTo>
                  <a:pt x="3300" y="85871"/>
                  <a:pt x="3524" y="87582"/>
                  <a:pt x="4278" y="89150"/>
                </a:cubicBezTo>
                <a:cubicBezTo>
                  <a:pt x="4522" y="89639"/>
                  <a:pt x="4828" y="90128"/>
                  <a:pt x="5215" y="90515"/>
                </a:cubicBezTo>
                <a:cubicBezTo>
                  <a:pt x="5729" y="91019"/>
                  <a:pt x="6353" y="91268"/>
                  <a:pt x="6980" y="91268"/>
                </a:cubicBezTo>
                <a:cubicBezTo>
                  <a:pt x="7620" y="91268"/>
                  <a:pt x="8264" y="91009"/>
                  <a:pt x="8799" y="90494"/>
                </a:cubicBezTo>
                <a:cubicBezTo>
                  <a:pt x="9451" y="89863"/>
                  <a:pt x="9899" y="89069"/>
                  <a:pt x="10082" y="88193"/>
                </a:cubicBezTo>
                <a:cubicBezTo>
                  <a:pt x="10367" y="86828"/>
                  <a:pt x="10652" y="85423"/>
                  <a:pt x="10693" y="84038"/>
                </a:cubicBezTo>
                <a:cubicBezTo>
                  <a:pt x="10835" y="79762"/>
                  <a:pt x="10571" y="75485"/>
                  <a:pt x="10143" y="71208"/>
                </a:cubicBezTo>
                <a:cubicBezTo>
                  <a:pt x="9593" y="65893"/>
                  <a:pt x="8982" y="60577"/>
                  <a:pt x="8534" y="55242"/>
                </a:cubicBezTo>
                <a:cubicBezTo>
                  <a:pt x="8290" y="52350"/>
                  <a:pt x="8330" y="49417"/>
                  <a:pt x="8310" y="46505"/>
                </a:cubicBezTo>
                <a:cubicBezTo>
                  <a:pt x="8269" y="43022"/>
                  <a:pt x="8310" y="39519"/>
                  <a:pt x="8290" y="36016"/>
                </a:cubicBezTo>
                <a:cubicBezTo>
                  <a:pt x="8290" y="34754"/>
                  <a:pt x="8310" y="33512"/>
                  <a:pt x="8697" y="32290"/>
                </a:cubicBezTo>
                <a:cubicBezTo>
                  <a:pt x="8901" y="31699"/>
                  <a:pt x="9227" y="31271"/>
                  <a:pt x="9776" y="30925"/>
                </a:cubicBezTo>
                <a:cubicBezTo>
                  <a:pt x="11752" y="29724"/>
                  <a:pt x="12852" y="27870"/>
                  <a:pt x="13402" y="25691"/>
                </a:cubicBezTo>
                <a:cubicBezTo>
                  <a:pt x="13666" y="24632"/>
                  <a:pt x="13829" y="23512"/>
                  <a:pt x="13809" y="22412"/>
                </a:cubicBezTo>
                <a:cubicBezTo>
                  <a:pt x="13748" y="18502"/>
                  <a:pt x="13585" y="14612"/>
                  <a:pt x="13463" y="10702"/>
                </a:cubicBezTo>
                <a:cubicBezTo>
                  <a:pt x="13361" y="8177"/>
                  <a:pt x="13259" y="5651"/>
                  <a:pt x="13157" y="3126"/>
                </a:cubicBezTo>
                <a:cubicBezTo>
                  <a:pt x="13116" y="2413"/>
                  <a:pt x="13096" y="1680"/>
                  <a:pt x="13055" y="967"/>
                </a:cubicBezTo>
                <a:cubicBezTo>
                  <a:pt x="13035" y="377"/>
                  <a:pt x="12689" y="10"/>
                  <a:pt x="12200" y="10"/>
                </a:cubicBezTo>
                <a:cubicBezTo>
                  <a:pt x="11711" y="10"/>
                  <a:pt x="11406" y="377"/>
                  <a:pt x="11406" y="988"/>
                </a:cubicBezTo>
                <a:cubicBezTo>
                  <a:pt x="11406" y="7138"/>
                  <a:pt x="11283" y="13248"/>
                  <a:pt x="11283" y="19398"/>
                </a:cubicBezTo>
                <a:cubicBezTo>
                  <a:pt x="11283" y="19541"/>
                  <a:pt x="11283" y="19704"/>
                  <a:pt x="11263" y="19867"/>
                </a:cubicBezTo>
                <a:cubicBezTo>
                  <a:pt x="11182" y="20213"/>
                  <a:pt x="10958" y="20437"/>
                  <a:pt x="10571" y="20437"/>
                </a:cubicBezTo>
                <a:cubicBezTo>
                  <a:pt x="10204" y="20416"/>
                  <a:pt x="10021" y="20192"/>
                  <a:pt x="9980" y="19846"/>
                </a:cubicBezTo>
                <a:cubicBezTo>
                  <a:pt x="9939" y="19683"/>
                  <a:pt x="9939" y="19520"/>
                  <a:pt x="9939" y="19337"/>
                </a:cubicBezTo>
                <a:cubicBezTo>
                  <a:pt x="9797" y="13289"/>
                  <a:pt x="9654" y="7220"/>
                  <a:pt x="9512" y="1171"/>
                </a:cubicBezTo>
                <a:cubicBezTo>
                  <a:pt x="9512" y="1049"/>
                  <a:pt x="9512" y="927"/>
                  <a:pt x="9512" y="804"/>
                </a:cubicBezTo>
                <a:cubicBezTo>
                  <a:pt x="9452" y="330"/>
                  <a:pt x="9086" y="9"/>
                  <a:pt x="8674" y="9"/>
                </a:cubicBezTo>
                <a:cubicBezTo>
                  <a:pt x="8661" y="9"/>
                  <a:pt x="8649" y="10"/>
                  <a:pt x="8636" y="10"/>
                </a:cubicBezTo>
                <a:cubicBezTo>
                  <a:pt x="8208" y="31"/>
                  <a:pt x="7862" y="356"/>
                  <a:pt x="7842" y="825"/>
                </a:cubicBezTo>
                <a:cubicBezTo>
                  <a:pt x="7821" y="1578"/>
                  <a:pt x="7821" y="2332"/>
                  <a:pt x="7821" y="3106"/>
                </a:cubicBezTo>
                <a:cubicBezTo>
                  <a:pt x="7801" y="7260"/>
                  <a:pt x="7801" y="11435"/>
                  <a:pt x="7781" y="15610"/>
                </a:cubicBezTo>
                <a:cubicBezTo>
                  <a:pt x="7760" y="16914"/>
                  <a:pt x="7781" y="18237"/>
                  <a:pt x="7760" y="19541"/>
                </a:cubicBezTo>
                <a:cubicBezTo>
                  <a:pt x="7760" y="20152"/>
                  <a:pt x="7516" y="20437"/>
                  <a:pt x="7007" y="20437"/>
                </a:cubicBezTo>
                <a:cubicBezTo>
                  <a:pt x="6991" y="20438"/>
                  <a:pt x="6975" y="20438"/>
                  <a:pt x="6960" y="20438"/>
                </a:cubicBezTo>
                <a:cubicBezTo>
                  <a:pt x="6481" y="20438"/>
                  <a:pt x="6232" y="20133"/>
                  <a:pt x="6212" y="19541"/>
                </a:cubicBezTo>
                <a:cubicBezTo>
                  <a:pt x="6212" y="15834"/>
                  <a:pt x="6192" y="12128"/>
                  <a:pt x="6192" y="8421"/>
                </a:cubicBezTo>
                <a:cubicBezTo>
                  <a:pt x="6172" y="5937"/>
                  <a:pt x="6151" y="3472"/>
                  <a:pt x="6131" y="988"/>
                </a:cubicBezTo>
                <a:cubicBezTo>
                  <a:pt x="6131" y="377"/>
                  <a:pt x="5805" y="10"/>
                  <a:pt x="5316" y="10"/>
                </a:cubicBezTo>
                <a:cubicBezTo>
                  <a:pt x="4828" y="10"/>
                  <a:pt x="4481" y="377"/>
                  <a:pt x="4481" y="967"/>
                </a:cubicBezTo>
                <a:cubicBezTo>
                  <a:pt x="4441" y="2841"/>
                  <a:pt x="4420" y="4735"/>
                  <a:pt x="4380" y="6609"/>
                </a:cubicBezTo>
                <a:cubicBezTo>
                  <a:pt x="4318" y="9338"/>
                  <a:pt x="4217" y="12067"/>
                  <a:pt x="4156" y="14796"/>
                </a:cubicBezTo>
                <a:cubicBezTo>
                  <a:pt x="4115" y="16343"/>
                  <a:pt x="4074" y="17871"/>
                  <a:pt x="4033" y="19419"/>
                </a:cubicBezTo>
                <a:cubicBezTo>
                  <a:pt x="4033" y="19541"/>
                  <a:pt x="4033" y="19663"/>
                  <a:pt x="4013" y="19785"/>
                </a:cubicBezTo>
                <a:cubicBezTo>
                  <a:pt x="3972" y="20172"/>
                  <a:pt x="3748" y="20396"/>
                  <a:pt x="3341" y="20416"/>
                </a:cubicBezTo>
                <a:cubicBezTo>
                  <a:pt x="2934" y="20416"/>
                  <a:pt x="2730" y="20152"/>
                  <a:pt x="2710" y="19765"/>
                </a:cubicBezTo>
                <a:cubicBezTo>
                  <a:pt x="2689" y="19235"/>
                  <a:pt x="2710" y="18706"/>
                  <a:pt x="2710" y="18197"/>
                </a:cubicBezTo>
                <a:cubicBezTo>
                  <a:pt x="2648" y="13614"/>
                  <a:pt x="2608" y="9032"/>
                  <a:pt x="2567" y="4450"/>
                </a:cubicBezTo>
                <a:cubicBezTo>
                  <a:pt x="2547" y="3269"/>
                  <a:pt x="2567" y="2108"/>
                  <a:pt x="2587" y="927"/>
                </a:cubicBezTo>
                <a:cubicBezTo>
                  <a:pt x="2587" y="519"/>
                  <a:pt x="2424" y="214"/>
                  <a:pt x="2038" y="51"/>
                </a:cubicBezTo>
                <a:cubicBezTo>
                  <a:pt x="1936" y="17"/>
                  <a:pt x="1838" y="1"/>
                  <a:pt x="174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7"/>
          <p:cNvSpPr/>
          <p:nvPr/>
        </p:nvSpPr>
        <p:spPr>
          <a:xfrm rot="10800000" flipH="1">
            <a:off x="7274207" y="-2277783"/>
            <a:ext cx="640088" cy="3528458"/>
          </a:xfrm>
          <a:custGeom>
            <a:avLst/>
            <a:gdLst/>
            <a:ahLst/>
            <a:cxnLst/>
            <a:rect l="l" t="t" r="r" b="b"/>
            <a:pathLst>
              <a:path w="12892" h="71318" extrusionOk="0">
                <a:moveTo>
                  <a:pt x="6372" y="0"/>
                </a:moveTo>
                <a:cubicBezTo>
                  <a:pt x="5775" y="0"/>
                  <a:pt x="5176" y="239"/>
                  <a:pt x="4685" y="710"/>
                </a:cubicBezTo>
                <a:cubicBezTo>
                  <a:pt x="4074" y="1301"/>
                  <a:pt x="3666" y="2034"/>
                  <a:pt x="3483" y="2869"/>
                </a:cubicBezTo>
                <a:cubicBezTo>
                  <a:pt x="3239" y="4132"/>
                  <a:pt x="2954" y="5435"/>
                  <a:pt x="2913" y="6718"/>
                </a:cubicBezTo>
                <a:cubicBezTo>
                  <a:pt x="2791" y="10710"/>
                  <a:pt x="3035" y="14701"/>
                  <a:pt x="3442" y="18673"/>
                </a:cubicBezTo>
                <a:cubicBezTo>
                  <a:pt x="3951" y="23642"/>
                  <a:pt x="4522" y="28591"/>
                  <a:pt x="4929" y="33560"/>
                </a:cubicBezTo>
                <a:cubicBezTo>
                  <a:pt x="5153" y="36248"/>
                  <a:pt x="5112" y="38977"/>
                  <a:pt x="5153" y="41686"/>
                </a:cubicBezTo>
                <a:cubicBezTo>
                  <a:pt x="5173" y="44944"/>
                  <a:pt x="5133" y="48203"/>
                  <a:pt x="5153" y="51461"/>
                </a:cubicBezTo>
                <a:cubicBezTo>
                  <a:pt x="5173" y="52642"/>
                  <a:pt x="5153" y="53803"/>
                  <a:pt x="4766" y="54944"/>
                </a:cubicBezTo>
                <a:cubicBezTo>
                  <a:pt x="4583" y="55473"/>
                  <a:pt x="4277" y="55901"/>
                  <a:pt x="3768" y="56206"/>
                </a:cubicBezTo>
                <a:cubicBezTo>
                  <a:pt x="1935" y="57327"/>
                  <a:pt x="917" y="59058"/>
                  <a:pt x="408" y="61074"/>
                </a:cubicBezTo>
                <a:cubicBezTo>
                  <a:pt x="143" y="62072"/>
                  <a:pt x="1" y="63131"/>
                  <a:pt x="21" y="64149"/>
                </a:cubicBezTo>
                <a:cubicBezTo>
                  <a:pt x="62" y="66532"/>
                  <a:pt x="143" y="68914"/>
                  <a:pt x="225" y="71318"/>
                </a:cubicBezTo>
                <a:lnTo>
                  <a:pt x="2363" y="71318"/>
                </a:lnTo>
                <a:cubicBezTo>
                  <a:pt x="2363" y="69851"/>
                  <a:pt x="2363" y="68365"/>
                  <a:pt x="2363" y="66898"/>
                </a:cubicBezTo>
                <a:cubicBezTo>
                  <a:pt x="2363" y="66756"/>
                  <a:pt x="2363" y="66634"/>
                  <a:pt x="2404" y="66491"/>
                </a:cubicBezTo>
                <a:cubicBezTo>
                  <a:pt x="2465" y="66165"/>
                  <a:pt x="2668" y="65961"/>
                  <a:pt x="3035" y="65961"/>
                </a:cubicBezTo>
                <a:cubicBezTo>
                  <a:pt x="3361" y="65982"/>
                  <a:pt x="3544" y="66206"/>
                  <a:pt x="3585" y="66511"/>
                </a:cubicBezTo>
                <a:cubicBezTo>
                  <a:pt x="3605" y="66674"/>
                  <a:pt x="3626" y="66837"/>
                  <a:pt x="3626" y="67000"/>
                </a:cubicBezTo>
                <a:cubicBezTo>
                  <a:pt x="3666" y="68426"/>
                  <a:pt x="3687" y="69872"/>
                  <a:pt x="3727" y="71318"/>
                </a:cubicBezTo>
                <a:lnTo>
                  <a:pt x="5642" y="71318"/>
                </a:lnTo>
                <a:cubicBezTo>
                  <a:pt x="5642" y="71032"/>
                  <a:pt x="5642" y="70747"/>
                  <a:pt x="5642" y="70483"/>
                </a:cubicBezTo>
                <a:cubicBezTo>
                  <a:pt x="5642" y="69261"/>
                  <a:pt x="5642" y="68039"/>
                  <a:pt x="5642" y="66817"/>
                </a:cubicBezTo>
                <a:cubicBezTo>
                  <a:pt x="5662" y="66247"/>
                  <a:pt x="5886" y="65982"/>
                  <a:pt x="6355" y="65982"/>
                </a:cubicBezTo>
                <a:cubicBezTo>
                  <a:pt x="6371" y="65981"/>
                  <a:pt x="6387" y="65981"/>
                  <a:pt x="6403" y="65981"/>
                </a:cubicBezTo>
                <a:cubicBezTo>
                  <a:pt x="6859" y="65981"/>
                  <a:pt x="7088" y="66266"/>
                  <a:pt x="7088" y="66817"/>
                </a:cubicBezTo>
                <a:cubicBezTo>
                  <a:pt x="7088" y="68324"/>
                  <a:pt x="7088" y="69811"/>
                  <a:pt x="7108" y="71318"/>
                </a:cubicBezTo>
                <a:lnTo>
                  <a:pt x="9022" y="71318"/>
                </a:lnTo>
                <a:cubicBezTo>
                  <a:pt x="9022" y="71297"/>
                  <a:pt x="9022" y="71257"/>
                  <a:pt x="9022" y="71236"/>
                </a:cubicBezTo>
                <a:cubicBezTo>
                  <a:pt x="9063" y="69811"/>
                  <a:pt x="9084" y="68365"/>
                  <a:pt x="9124" y="66939"/>
                </a:cubicBezTo>
                <a:cubicBezTo>
                  <a:pt x="9124" y="66817"/>
                  <a:pt x="9124" y="66695"/>
                  <a:pt x="9145" y="66593"/>
                </a:cubicBezTo>
                <a:cubicBezTo>
                  <a:pt x="9185" y="66226"/>
                  <a:pt x="9389" y="66002"/>
                  <a:pt x="9776" y="66002"/>
                </a:cubicBezTo>
                <a:cubicBezTo>
                  <a:pt x="10163" y="66002"/>
                  <a:pt x="10346" y="66247"/>
                  <a:pt x="10367" y="66613"/>
                </a:cubicBezTo>
                <a:cubicBezTo>
                  <a:pt x="10387" y="67102"/>
                  <a:pt x="10367" y="67591"/>
                  <a:pt x="10367" y="68079"/>
                </a:cubicBezTo>
                <a:cubicBezTo>
                  <a:pt x="10367" y="69159"/>
                  <a:pt x="10387" y="70238"/>
                  <a:pt x="10387" y="71318"/>
                </a:cubicBezTo>
                <a:lnTo>
                  <a:pt x="12566" y="71318"/>
                </a:lnTo>
                <a:cubicBezTo>
                  <a:pt x="12627" y="69770"/>
                  <a:pt x="12688" y="68222"/>
                  <a:pt x="12729" y="66674"/>
                </a:cubicBezTo>
                <a:cubicBezTo>
                  <a:pt x="12790" y="64699"/>
                  <a:pt x="12892" y="62703"/>
                  <a:pt x="12261" y="60768"/>
                </a:cubicBezTo>
                <a:cubicBezTo>
                  <a:pt x="11629" y="58772"/>
                  <a:pt x="10550" y="57102"/>
                  <a:pt x="8676" y="56003"/>
                </a:cubicBezTo>
                <a:cubicBezTo>
                  <a:pt x="8350" y="55799"/>
                  <a:pt x="8126" y="55310"/>
                  <a:pt x="7963" y="54923"/>
                </a:cubicBezTo>
                <a:cubicBezTo>
                  <a:pt x="7577" y="53905"/>
                  <a:pt x="7577" y="52846"/>
                  <a:pt x="7577" y="51787"/>
                </a:cubicBezTo>
                <a:cubicBezTo>
                  <a:pt x="7577" y="48997"/>
                  <a:pt x="7556" y="46207"/>
                  <a:pt x="7577" y="43417"/>
                </a:cubicBezTo>
                <a:cubicBezTo>
                  <a:pt x="7597" y="40545"/>
                  <a:pt x="7556" y="37674"/>
                  <a:pt x="7719" y="34802"/>
                </a:cubicBezTo>
                <a:cubicBezTo>
                  <a:pt x="7943" y="31218"/>
                  <a:pt x="8371" y="27634"/>
                  <a:pt x="8697" y="24049"/>
                </a:cubicBezTo>
                <a:cubicBezTo>
                  <a:pt x="9022" y="20587"/>
                  <a:pt x="9430" y="17145"/>
                  <a:pt x="9674" y="13683"/>
                </a:cubicBezTo>
                <a:cubicBezTo>
                  <a:pt x="9837" y="11341"/>
                  <a:pt x="9837" y="8979"/>
                  <a:pt x="9817" y="6616"/>
                </a:cubicBezTo>
                <a:cubicBezTo>
                  <a:pt x="9817" y="5007"/>
                  <a:pt x="9613" y="3419"/>
                  <a:pt x="8900" y="1953"/>
                </a:cubicBezTo>
                <a:cubicBezTo>
                  <a:pt x="8676" y="1505"/>
                  <a:pt x="8371" y="1057"/>
                  <a:pt x="8025" y="710"/>
                </a:cubicBezTo>
                <a:cubicBezTo>
                  <a:pt x="7549" y="234"/>
                  <a:pt x="6962" y="0"/>
                  <a:pt x="637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7"/>
          <p:cNvSpPr/>
          <p:nvPr/>
        </p:nvSpPr>
        <p:spPr>
          <a:xfrm rot="10800000" flipH="1">
            <a:off x="7803867" y="2450570"/>
            <a:ext cx="844741" cy="3795461"/>
          </a:xfrm>
          <a:custGeom>
            <a:avLst/>
            <a:gdLst/>
            <a:ahLst/>
            <a:cxnLst/>
            <a:rect l="l" t="t" r="r" b="b"/>
            <a:pathLst>
              <a:path w="14665" h="66276" extrusionOk="0">
                <a:moveTo>
                  <a:pt x="7369" y="0"/>
                </a:moveTo>
                <a:cubicBezTo>
                  <a:pt x="6666" y="0"/>
                  <a:pt x="5956" y="407"/>
                  <a:pt x="5459" y="1220"/>
                </a:cubicBezTo>
                <a:cubicBezTo>
                  <a:pt x="4848" y="2238"/>
                  <a:pt x="4603" y="3378"/>
                  <a:pt x="4542" y="4539"/>
                </a:cubicBezTo>
                <a:cubicBezTo>
                  <a:pt x="4481" y="6067"/>
                  <a:pt x="4522" y="7614"/>
                  <a:pt x="4522" y="9142"/>
                </a:cubicBezTo>
                <a:cubicBezTo>
                  <a:pt x="4481" y="9162"/>
                  <a:pt x="4420" y="9162"/>
                  <a:pt x="4359" y="9162"/>
                </a:cubicBezTo>
                <a:cubicBezTo>
                  <a:pt x="4664" y="12360"/>
                  <a:pt x="4889" y="15577"/>
                  <a:pt x="5255" y="18775"/>
                </a:cubicBezTo>
                <a:cubicBezTo>
                  <a:pt x="5846" y="23907"/>
                  <a:pt x="6416" y="29039"/>
                  <a:pt x="6355" y="34232"/>
                </a:cubicBezTo>
                <a:cubicBezTo>
                  <a:pt x="6334" y="36798"/>
                  <a:pt x="6375" y="39364"/>
                  <a:pt x="6334" y="41951"/>
                </a:cubicBezTo>
                <a:cubicBezTo>
                  <a:pt x="6314" y="42684"/>
                  <a:pt x="6172" y="43437"/>
                  <a:pt x="5988" y="44170"/>
                </a:cubicBezTo>
                <a:cubicBezTo>
                  <a:pt x="5886" y="44639"/>
                  <a:pt x="5561" y="45026"/>
                  <a:pt x="5051" y="45168"/>
                </a:cubicBezTo>
                <a:cubicBezTo>
                  <a:pt x="2445" y="46003"/>
                  <a:pt x="1080" y="47877"/>
                  <a:pt x="551" y="50443"/>
                </a:cubicBezTo>
                <a:cubicBezTo>
                  <a:pt x="1" y="53131"/>
                  <a:pt x="367" y="55779"/>
                  <a:pt x="1080" y="58406"/>
                </a:cubicBezTo>
                <a:cubicBezTo>
                  <a:pt x="1549" y="60198"/>
                  <a:pt x="2261" y="61909"/>
                  <a:pt x="3280" y="63457"/>
                </a:cubicBezTo>
                <a:cubicBezTo>
                  <a:pt x="3850" y="64292"/>
                  <a:pt x="4502" y="65066"/>
                  <a:pt x="5337" y="65615"/>
                </a:cubicBezTo>
                <a:cubicBezTo>
                  <a:pt x="5999" y="66060"/>
                  <a:pt x="6678" y="66276"/>
                  <a:pt x="7351" y="66276"/>
                </a:cubicBezTo>
                <a:cubicBezTo>
                  <a:pt x="8127" y="66276"/>
                  <a:pt x="8893" y="65988"/>
                  <a:pt x="9613" y="65432"/>
                </a:cubicBezTo>
                <a:cubicBezTo>
                  <a:pt x="11324" y="64129"/>
                  <a:pt x="12261" y="62316"/>
                  <a:pt x="12994" y="60402"/>
                </a:cubicBezTo>
                <a:cubicBezTo>
                  <a:pt x="14114" y="57490"/>
                  <a:pt x="14664" y="54496"/>
                  <a:pt x="14338" y="51380"/>
                </a:cubicBezTo>
                <a:cubicBezTo>
                  <a:pt x="14175" y="49995"/>
                  <a:pt x="13788" y="48692"/>
                  <a:pt x="12974" y="47531"/>
                </a:cubicBezTo>
                <a:cubicBezTo>
                  <a:pt x="12220" y="46431"/>
                  <a:pt x="11181" y="45678"/>
                  <a:pt x="9919" y="45270"/>
                </a:cubicBezTo>
                <a:cubicBezTo>
                  <a:pt x="9247" y="45046"/>
                  <a:pt x="8819" y="44639"/>
                  <a:pt x="8677" y="43987"/>
                </a:cubicBezTo>
                <a:cubicBezTo>
                  <a:pt x="8514" y="43295"/>
                  <a:pt x="8432" y="42582"/>
                  <a:pt x="8412" y="41890"/>
                </a:cubicBezTo>
                <a:cubicBezTo>
                  <a:pt x="8371" y="40464"/>
                  <a:pt x="8391" y="39038"/>
                  <a:pt x="8391" y="37633"/>
                </a:cubicBezTo>
                <a:cubicBezTo>
                  <a:pt x="8391" y="35373"/>
                  <a:pt x="8330" y="33112"/>
                  <a:pt x="8453" y="30872"/>
                </a:cubicBezTo>
                <a:cubicBezTo>
                  <a:pt x="8636" y="27613"/>
                  <a:pt x="8941" y="24334"/>
                  <a:pt x="9226" y="21076"/>
                </a:cubicBezTo>
                <a:cubicBezTo>
                  <a:pt x="9328" y="19793"/>
                  <a:pt x="9512" y="18530"/>
                  <a:pt x="9613" y="17247"/>
                </a:cubicBezTo>
                <a:cubicBezTo>
                  <a:pt x="9837" y="14824"/>
                  <a:pt x="10082" y="12380"/>
                  <a:pt x="10204" y="9936"/>
                </a:cubicBezTo>
                <a:cubicBezTo>
                  <a:pt x="10326" y="7696"/>
                  <a:pt x="10469" y="5435"/>
                  <a:pt x="9980" y="3215"/>
                </a:cubicBezTo>
                <a:cubicBezTo>
                  <a:pt x="9837" y="2523"/>
                  <a:pt x="9593" y="1831"/>
                  <a:pt x="9247" y="1240"/>
                </a:cubicBezTo>
                <a:cubicBezTo>
                  <a:pt x="8777" y="413"/>
                  <a:pt x="8076" y="0"/>
                  <a:pt x="73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4"/>
              </a:solidFill>
            </a:endParaRPr>
          </a:p>
        </p:txBody>
      </p:sp>
      <p:sp>
        <p:nvSpPr>
          <p:cNvPr id="64" name="Google Shape;64;p7"/>
          <p:cNvSpPr/>
          <p:nvPr/>
        </p:nvSpPr>
        <p:spPr>
          <a:xfrm rot="10800000" flipH="1">
            <a:off x="8163893" y="-2982510"/>
            <a:ext cx="548638" cy="5179163"/>
          </a:xfrm>
          <a:custGeom>
            <a:avLst/>
            <a:gdLst/>
            <a:ahLst/>
            <a:cxnLst/>
            <a:rect l="l" t="t" r="r" b="b"/>
            <a:pathLst>
              <a:path w="10916" h="103921" extrusionOk="0">
                <a:moveTo>
                  <a:pt x="3033" y="1"/>
                </a:moveTo>
                <a:cubicBezTo>
                  <a:pt x="2757" y="1"/>
                  <a:pt x="2471" y="34"/>
                  <a:pt x="2179" y="97"/>
                </a:cubicBezTo>
                <a:cubicBezTo>
                  <a:pt x="1222" y="321"/>
                  <a:pt x="570" y="891"/>
                  <a:pt x="448" y="1848"/>
                </a:cubicBezTo>
                <a:cubicBezTo>
                  <a:pt x="326" y="2765"/>
                  <a:pt x="306" y="3701"/>
                  <a:pt x="306" y="4618"/>
                </a:cubicBezTo>
                <a:cubicBezTo>
                  <a:pt x="285" y="13090"/>
                  <a:pt x="285" y="21562"/>
                  <a:pt x="285" y="28120"/>
                </a:cubicBezTo>
                <a:cubicBezTo>
                  <a:pt x="346" y="38262"/>
                  <a:pt x="387" y="46489"/>
                  <a:pt x="448" y="54717"/>
                </a:cubicBezTo>
                <a:cubicBezTo>
                  <a:pt x="448" y="55837"/>
                  <a:pt x="550" y="56937"/>
                  <a:pt x="611" y="58057"/>
                </a:cubicBezTo>
                <a:cubicBezTo>
                  <a:pt x="631" y="58607"/>
                  <a:pt x="876" y="58994"/>
                  <a:pt x="1385" y="59279"/>
                </a:cubicBezTo>
                <a:cubicBezTo>
                  <a:pt x="1568" y="59381"/>
                  <a:pt x="1731" y="59625"/>
                  <a:pt x="1772" y="59829"/>
                </a:cubicBezTo>
                <a:cubicBezTo>
                  <a:pt x="1874" y="60236"/>
                  <a:pt x="1894" y="60643"/>
                  <a:pt x="1894" y="61071"/>
                </a:cubicBezTo>
                <a:cubicBezTo>
                  <a:pt x="1874" y="65083"/>
                  <a:pt x="1874" y="69075"/>
                  <a:pt x="1813" y="73087"/>
                </a:cubicBezTo>
                <a:cubicBezTo>
                  <a:pt x="1751" y="76651"/>
                  <a:pt x="1426" y="80194"/>
                  <a:pt x="937" y="83738"/>
                </a:cubicBezTo>
                <a:cubicBezTo>
                  <a:pt x="326" y="88178"/>
                  <a:pt x="0" y="92658"/>
                  <a:pt x="183" y="97159"/>
                </a:cubicBezTo>
                <a:cubicBezTo>
                  <a:pt x="244" y="98788"/>
                  <a:pt x="509" y="100417"/>
                  <a:pt x="1303" y="101884"/>
                </a:cubicBezTo>
                <a:cubicBezTo>
                  <a:pt x="1967" y="103091"/>
                  <a:pt x="2910" y="103920"/>
                  <a:pt x="4366" y="103920"/>
                </a:cubicBezTo>
                <a:cubicBezTo>
                  <a:pt x="4384" y="103920"/>
                  <a:pt x="4402" y="103920"/>
                  <a:pt x="4419" y="103920"/>
                </a:cubicBezTo>
                <a:cubicBezTo>
                  <a:pt x="5478" y="103900"/>
                  <a:pt x="6293" y="103391"/>
                  <a:pt x="6924" y="102576"/>
                </a:cubicBezTo>
                <a:cubicBezTo>
                  <a:pt x="7739" y="101517"/>
                  <a:pt x="8167" y="100295"/>
                  <a:pt x="8268" y="99032"/>
                </a:cubicBezTo>
                <a:cubicBezTo>
                  <a:pt x="8431" y="97199"/>
                  <a:pt x="8574" y="95367"/>
                  <a:pt x="8513" y="93554"/>
                </a:cubicBezTo>
                <a:cubicBezTo>
                  <a:pt x="8431" y="90703"/>
                  <a:pt x="8248" y="87852"/>
                  <a:pt x="8004" y="85001"/>
                </a:cubicBezTo>
                <a:cubicBezTo>
                  <a:pt x="7800" y="82658"/>
                  <a:pt x="7352" y="80316"/>
                  <a:pt x="7169" y="77954"/>
                </a:cubicBezTo>
                <a:cubicBezTo>
                  <a:pt x="6965" y="75266"/>
                  <a:pt x="6884" y="72557"/>
                  <a:pt x="6843" y="69869"/>
                </a:cubicBezTo>
                <a:cubicBezTo>
                  <a:pt x="6782" y="66957"/>
                  <a:pt x="6802" y="64044"/>
                  <a:pt x="6802" y="61132"/>
                </a:cubicBezTo>
                <a:cubicBezTo>
                  <a:pt x="6802" y="60908"/>
                  <a:pt x="6802" y="60704"/>
                  <a:pt x="6823" y="60480"/>
                </a:cubicBezTo>
                <a:cubicBezTo>
                  <a:pt x="6843" y="59666"/>
                  <a:pt x="6863" y="59666"/>
                  <a:pt x="7596" y="59401"/>
                </a:cubicBezTo>
                <a:cubicBezTo>
                  <a:pt x="8492" y="59075"/>
                  <a:pt x="9002" y="58403"/>
                  <a:pt x="9348" y="57548"/>
                </a:cubicBezTo>
                <a:cubicBezTo>
                  <a:pt x="10183" y="55532"/>
                  <a:pt x="10305" y="53414"/>
                  <a:pt x="10427" y="51296"/>
                </a:cubicBezTo>
                <a:cubicBezTo>
                  <a:pt x="10916" y="42905"/>
                  <a:pt x="10651" y="34514"/>
                  <a:pt x="10529" y="26144"/>
                </a:cubicBezTo>
                <a:cubicBezTo>
                  <a:pt x="10468" y="22845"/>
                  <a:pt x="10305" y="19546"/>
                  <a:pt x="10020" y="16246"/>
                </a:cubicBezTo>
                <a:cubicBezTo>
                  <a:pt x="9796" y="13864"/>
                  <a:pt x="9307" y="11501"/>
                  <a:pt x="8879" y="9139"/>
                </a:cubicBezTo>
                <a:cubicBezTo>
                  <a:pt x="8492" y="7123"/>
                  <a:pt x="7882" y="5168"/>
                  <a:pt x="6884" y="3355"/>
                </a:cubicBezTo>
                <a:cubicBezTo>
                  <a:pt x="6415" y="2500"/>
                  <a:pt x="5804" y="1685"/>
                  <a:pt x="5132" y="932"/>
                </a:cubicBezTo>
                <a:cubicBezTo>
                  <a:pt x="4557" y="280"/>
                  <a:pt x="3835" y="1"/>
                  <a:pt x="303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65" name="Google Shape;65;p7"/>
          <p:cNvSpPr/>
          <p:nvPr/>
        </p:nvSpPr>
        <p:spPr>
          <a:xfrm rot="10800000" flipH="1">
            <a:off x="8614585" y="2244994"/>
            <a:ext cx="863461" cy="3877754"/>
          </a:xfrm>
          <a:custGeom>
            <a:avLst/>
            <a:gdLst/>
            <a:ahLst/>
            <a:cxnLst/>
            <a:rect l="l" t="t" r="r" b="b"/>
            <a:pathLst>
              <a:path w="14990" h="67713" extrusionOk="0">
                <a:moveTo>
                  <a:pt x="7480" y="1"/>
                </a:moveTo>
                <a:cubicBezTo>
                  <a:pt x="6679" y="1"/>
                  <a:pt x="5886" y="294"/>
                  <a:pt x="5153" y="863"/>
                </a:cubicBezTo>
                <a:cubicBezTo>
                  <a:pt x="3421" y="2207"/>
                  <a:pt x="2464" y="4040"/>
                  <a:pt x="1711" y="6016"/>
                </a:cubicBezTo>
                <a:cubicBezTo>
                  <a:pt x="570" y="8969"/>
                  <a:pt x="0" y="12023"/>
                  <a:pt x="346" y="15221"/>
                </a:cubicBezTo>
                <a:cubicBezTo>
                  <a:pt x="489" y="16626"/>
                  <a:pt x="896" y="17950"/>
                  <a:pt x="1731" y="19151"/>
                </a:cubicBezTo>
                <a:cubicBezTo>
                  <a:pt x="2505" y="20272"/>
                  <a:pt x="3544" y="21045"/>
                  <a:pt x="4847" y="21473"/>
                </a:cubicBezTo>
                <a:cubicBezTo>
                  <a:pt x="5539" y="21677"/>
                  <a:pt x="5967" y="22104"/>
                  <a:pt x="6130" y="22776"/>
                </a:cubicBezTo>
                <a:cubicBezTo>
                  <a:pt x="6273" y="23489"/>
                  <a:pt x="6374" y="24202"/>
                  <a:pt x="6395" y="24915"/>
                </a:cubicBezTo>
                <a:cubicBezTo>
                  <a:pt x="6436" y="26381"/>
                  <a:pt x="6415" y="27827"/>
                  <a:pt x="6415" y="29273"/>
                </a:cubicBezTo>
                <a:cubicBezTo>
                  <a:pt x="6395" y="31574"/>
                  <a:pt x="6476" y="33876"/>
                  <a:pt x="6354" y="36157"/>
                </a:cubicBezTo>
                <a:cubicBezTo>
                  <a:pt x="6171" y="39517"/>
                  <a:pt x="5845" y="42837"/>
                  <a:pt x="5560" y="46197"/>
                </a:cubicBezTo>
                <a:cubicBezTo>
                  <a:pt x="5438" y="47480"/>
                  <a:pt x="5275" y="48783"/>
                  <a:pt x="5153" y="50087"/>
                </a:cubicBezTo>
                <a:cubicBezTo>
                  <a:pt x="4929" y="52571"/>
                  <a:pt x="4684" y="55056"/>
                  <a:pt x="4542" y="57561"/>
                </a:cubicBezTo>
                <a:cubicBezTo>
                  <a:pt x="4440" y="59862"/>
                  <a:pt x="4277" y="62163"/>
                  <a:pt x="4786" y="64424"/>
                </a:cubicBezTo>
                <a:cubicBezTo>
                  <a:pt x="4929" y="65137"/>
                  <a:pt x="5173" y="65829"/>
                  <a:pt x="5539" y="66461"/>
                </a:cubicBezTo>
                <a:cubicBezTo>
                  <a:pt x="6018" y="67295"/>
                  <a:pt x="6731" y="67713"/>
                  <a:pt x="7449" y="67713"/>
                </a:cubicBezTo>
                <a:cubicBezTo>
                  <a:pt x="8167" y="67713"/>
                  <a:pt x="8890" y="67295"/>
                  <a:pt x="9389" y="66461"/>
                </a:cubicBezTo>
                <a:cubicBezTo>
                  <a:pt x="10020" y="65422"/>
                  <a:pt x="10285" y="64261"/>
                  <a:pt x="10346" y="63080"/>
                </a:cubicBezTo>
                <a:cubicBezTo>
                  <a:pt x="10549" y="58131"/>
                  <a:pt x="10162" y="53447"/>
                  <a:pt x="9613" y="48518"/>
                </a:cubicBezTo>
                <a:cubicBezTo>
                  <a:pt x="9002" y="43285"/>
                  <a:pt x="8431" y="38030"/>
                  <a:pt x="8492" y="32756"/>
                </a:cubicBezTo>
                <a:cubicBezTo>
                  <a:pt x="8513" y="30108"/>
                  <a:pt x="8472" y="27481"/>
                  <a:pt x="8513" y="24854"/>
                </a:cubicBezTo>
                <a:cubicBezTo>
                  <a:pt x="8533" y="24100"/>
                  <a:pt x="8696" y="23326"/>
                  <a:pt x="8859" y="22593"/>
                </a:cubicBezTo>
                <a:cubicBezTo>
                  <a:pt x="8981" y="22104"/>
                  <a:pt x="9307" y="21717"/>
                  <a:pt x="9816" y="21555"/>
                </a:cubicBezTo>
                <a:cubicBezTo>
                  <a:pt x="12484" y="20720"/>
                  <a:pt x="13869" y="18785"/>
                  <a:pt x="14419" y="16178"/>
                </a:cubicBezTo>
                <a:cubicBezTo>
                  <a:pt x="14989" y="13429"/>
                  <a:pt x="14602" y="10720"/>
                  <a:pt x="13889" y="8052"/>
                </a:cubicBezTo>
                <a:cubicBezTo>
                  <a:pt x="13401" y="6219"/>
                  <a:pt x="12688" y="4468"/>
                  <a:pt x="11629" y="2879"/>
                </a:cubicBezTo>
                <a:cubicBezTo>
                  <a:pt x="11059" y="2024"/>
                  <a:pt x="10386" y="1250"/>
                  <a:pt x="9531" y="659"/>
                </a:cubicBezTo>
                <a:cubicBezTo>
                  <a:pt x="8863" y="217"/>
                  <a:pt x="8168" y="1"/>
                  <a:pt x="748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66" name="Google Shape;66;p7"/>
          <p:cNvSpPr/>
          <p:nvPr/>
        </p:nvSpPr>
        <p:spPr>
          <a:xfrm rot="10800000" flipH="1">
            <a:off x="8648608" y="-1190107"/>
            <a:ext cx="795433" cy="3038785"/>
          </a:xfrm>
          <a:custGeom>
            <a:avLst/>
            <a:gdLst/>
            <a:ahLst/>
            <a:cxnLst/>
            <a:rect l="l" t="t" r="r" b="b"/>
            <a:pathLst>
              <a:path w="13809" h="53063" extrusionOk="0">
                <a:moveTo>
                  <a:pt x="6910" y="0"/>
                </a:moveTo>
                <a:cubicBezTo>
                  <a:pt x="6304" y="0"/>
                  <a:pt x="5693" y="296"/>
                  <a:pt x="5214" y="886"/>
                </a:cubicBezTo>
                <a:cubicBezTo>
                  <a:pt x="4624" y="1640"/>
                  <a:pt x="4318" y="2515"/>
                  <a:pt x="4217" y="3452"/>
                </a:cubicBezTo>
                <a:cubicBezTo>
                  <a:pt x="4054" y="4817"/>
                  <a:pt x="3931" y="6181"/>
                  <a:pt x="3952" y="7566"/>
                </a:cubicBezTo>
                <a:cubicBezTo>
                  <a:pt x="3993" y="9847"/>
                  <a:pt x="4094" y="12148"/>
                  <a:pt x="4278" y="14429"/>
                </a:cubicBezTo>
                <a:cubicBezTo>
                  <a:pt x="4502" y="17016"/>
                  <a:pt x="4868" y="19582"/>
                  <a:pt x="5113" y="22168"/>
                </a:cubicBezTo>
                <a:cubicBezTo>
                  <a:pt x="5357" y="24531"/>
                  <a:pt x="5663" y="26913"/>
                  <a:pt x="5724" y="29276"/>
                </a:cubicBezTo>
                <a:cubicBezTo>
                  <a:pt x="5846" y="34387"/>
                  <a:pt x="5846" y="39479"/>
                  <a:pt x="5866" y="44591"/>
                </a:cubicBezTo>
                <a:cubicBezTo>
                  <a:pt x="5866" y="45222"/>
                  <a:pt x="5724" y="45874"/>
                  <a:pt x="5581" y="46485"/>
                </a:cubicBezTo>
                <a:cubicBezTo>
                  <a:pt x="5439" y="47136"/>
                  <a:pt x="5011" y="47564"/>
                  <a:pt x="4339" y="47788"/>
                </a:cubicBezTo>
                <a:cubicBezTo>
                  <a:pt x="1997" y="48582"/>
                  <a:pt x="693" y="50313"/>
                  <a:pt x="103" y="52635"/>
                </a:cubicBezTo>
                <a:cubicBezTo>
                  <a:pt x="62" y="52777"/>
                  <a:pt x="21" y="52920"/>
                  <a:pt x="1" y="53063"/>
                </a:cubicBezTo>
                <a:lnTo>
                  <a:pt x="13809" y="53063"/>
                </a:lnTo>
                <a:cubicBezTo>
                  <a:pt x="13625" y="52187"/>
                  <a:pt x="13361" y="51393"/>
                  <a:pt x="12913" y="50619"/>
                </a:cubicBezTo>
                <a:cubicBezTo>
                  <a:pt x="12118" y="49234"/>
                  <a:pt x="10978" y="48277"/>
                  <a:pt x="9471" y="47788"/>
                </a:cubicBezTo>
                <a:cubicBezTo>
                  <a:pt x="8778" y="47584"/>
                  <a:pt x="8371" y="47136"/>
                  <a:pt x="8208" y="46485"/>
                </a:cubicBezTo>
                <a:cubicBezTo>
                  <a:pt x="8086" y="45935"/>
                  <a:pt x="7943" y="45364"/>
                  <a:pt x="7943" y="44794"/>
                </a:cubicBezTo>
                <a:cubicBezTo>
                  <a:pt x="7923" y="40517"/>
                  <a:pt x="7903" y="36261"/>
                  <a:pt x="7964" y="31984"/>
                </a:cubicBezTo>
                <a:cubicBezTo>
                  <a:pt x="7984" y="28807"/>
                  <a:pt x="8269" y="25651"/>
                  <a:pt x="8636" y="22494"/>
                </a:cubicBezTo>
                <a:cubicBezTo>
                  <a:pt x="8962" y="19806"/>
                  <a:pt x="9308" y="17138"/>
                  <a:pt x="9512" y="14450"/>
                </a:cubicBezTo>
                <a:cubicBezTo>
                  <a:pt x="9715" y="11884"/>
                  <a:pt x="9776" y="9317"/>
                  <a:pt x="9858" y="6751"/>
                </a:cubicBezTo>
                <a:cubicBezTo>
                  <a:pt x="9899" y="5244"/>
                  <a:pt x="9817" y="3737"/>
                  <a:pt x="9308" y="2312"/>
                </a:cubicBezTo>
                <a:cubicBezTo>
                  <a:pt x="9125" y="1803"/>
                  <a:pt x="8880" y="1314"/>
                  <a:pt x="8575" y="886"/>
                </a:cubicBezTo>
                <a:cubicBezTo>
                  <a:pt x="8117" y="296"/>
                  <a:pt x="7516" y="0"/>
                  <a:pt x="69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7880099" y="-1151602"/>
            <a:ext cx="937365" cy="4211452"/>
          </a:xfrm>
          <a:custGeom>
            <a:avLst/>
            <a:gdLst/>
            <a:ahLst/>
            <a:cxnLst/>
            <a:rect l="l" t="t" r="r" b="b"/>
            <a:pathLst>
              <a:path w="16273" h="73540" extrusionOk="0">
                <a:moveTo>
                  <a:pt x="8190" y="0"/>
                </a:moveTo>
                <a:cubicBezTo>
                  <a:pt x="7408" y="0"/>
                  <a:pt x="6619" y="453"/>
                  <a:pt x="6069" y="1360"/>
                </a:cubicBezTo>
                <a:cubicBezTo>
                  <a:pt x="5377" y="2480"/>
                  <a:pt x="5092" y="3742"/>
                  <a:pt x="5051" y="5025"/>
                </a:cubicBezTo>
                <a:cubicBezTo>
                  <a:pt x="4827" y="10402"/>
                  <a:pt x="5234" y="15493"/>
                  <a:pt x="5845" y="20849"/>
                </a:cubicBezTo>
                <a:cubicBezTo>
                  <a:pt x="6497" y="26531"/>
                  <a:pt x="7108" y="32234"/>
                  <a:pt x="7047" y="37977"/>
                </a:cubicBezTo>
                <a:cubicBezTo>
                  <a:pt x="7027" y="40828"/>
                  <a:pt x="7067" y="43700"/>
                  <a:pt x="7027" y="46551"/>
                </a:cubicBezTo>
                <a:cubicBezTo>
                  <a:pt x="7006" y="47365"/>
                  <a:pt x="6843" y="48200"/>
                  <a:pt x="6640" y="49015"/>
                </a:cubicBezTo>
                <a:cubicBezTo>
                  <a:pt x="6517" y="49544"/>
                  <a:pt x="6171" y="49952"/>
                  <a:pt x="5601" y="50135"/>
                </a:cubicBezTo>
                <a:cubicBezTo>
                  <a:pt x="2729" y="51031"/>
                  <a:pt x="1202" y="53129"/>
                  <a:pt x="611" y="55980"/>
                </a:cubicBezTo>
                <a:cubicBezTo>
                  <a:pt x="0" y="58974"/>
                  <a:pt x="408" y="61906"/>
                  <a:pt x="1182" y="64798"/>
                </a:cubicBezTo>
                <a:cubicBezTo>
                  <a:pt x="1711" y="66794"/>
                  <a:pt x="2505" y="68688"/>
                  <a:pt x="3646" y="70419"/>
                </a:cubicBezTo>
                <a:cubicBezTo>
                  <a:pt x="4277" y="71356"/>
                  <a:pt x="4990" y="72191"/>
                  <a:pt x="5927" y="72822"/>
                </a:cubicBezTo>
                <a:cubicBezTo>
                  <a:pt x="6653" y="73303"/>
                  <a:pt x="7405" y="73540"/>
                  <a:pt x="8151" y="73540"/>
                </a:cubicBezTo>
                <a:cubicBezTo>
                  <a:pt x="9017" y="73540"/>
                  <a:pt x="9874" y="73222"/>
                  <a:pt x="10672" y="72598"/>
                </a:cubicBezTo>
                <a:cubicBezTo>
                  <a:pt x="12566" y="71152"/>
                  <a:pt x="13605" y="69156"/>
                  <a:pt x="14419" y="67018"/>
                </a:cubicBezTo>
                <a:cubicBezTo>
                  <a:pt x="15662" y="63800"/>
                  <a:pt x="16273" y="60481"/>
                  <a:pt x="15906" y="57019"/>
                </a:cubicBezTo>
                <a:cubicBezTo>
                  <a:pt x="15743" y="55471"/>
                  <a:pt x="15295" y="54045"/>
                  <a:pt x="14399" y="52762"/>
                </a:cubicBezTo>
                <a:cubicBezTo>
                  <a:pt x="13564" y="51540"/>
                  <a:pt x="12423" y="50685"/>
                  <a:pt x="11018" y="50237"/>
                </a:cubicBezTo>
                <a:cubicBezTo>
                  <a:pt x="10265" y="49993"/>
                  <a:pt x="9776" y="49524"/>
                  <a:pt x="9633" y="48811"/>
                </a:cubicBezTo>
                <a:cubicBezTo>
                  <a:pt x="9450" y="48037"/>
                  <a:pt x="9348" y="47264"/>
                  <a:pt x="9328" y="46469"/>
                </a:cubicBezTo>
                <a:cubicBezTo>
                  <a:pt x="9287" y="44901"/>
                  <a:pt x="9308" y="43333"/>
                  <a:pt x="9308" y="41745"/>
                </a:cubicBezTo>
                <a:cubicBezTo>
                  <a:pt x="9328" y="39260"/>
                  <a:pt x="9246" y="36755"/>
                  <a:pt x="9369" y="34270"/>
                </a:cubicBezTo>
                <a:cubicBezTo>
                  <a:pt x="9572" y="30625"/>
                  <a:pt x="9939" y="27000"/>
                  <a:pt x="10244" y="23375"/>
                </a:cubicBezTo>
                <a:cubicBezTo>
                  <a:pt x="10367" y="21970"/>
                  <a:pt x="10550" y="20564"/>
                  <a:pt x="10672" y="19139"/>
                </a:cubicBezTo>
                <a:cubicBezTo>
                  <a:pt x="10916" y="16451"/>
                  <a:pt x="11202" y="13742"/>
                  <a:pt x="11324" y="11033"/>
                </a:cubicBezTo>
                <a:cubicBezTo>
                  <a:pt x="11466" y="8528"/>
                  <a:pt x="11629" y="6023"/>
                  <a:pt x="11079" y="3559"/>
                </a:cubicBezTo>
                <a:cubicBezTo>
                  <a:pt x="10916" y="2806"/>
                  <a:pt x="10652" y="2032"/>
                  <a:pt x="10265" y="1360"/>
                </a:cubicBezTo>
                <a:cubicBezTo>
                  <a:pt x="9745" y="453"/>
                  <a:pt x="8972" y="0"/>
                  <a:pt x="81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8"/>
          <p:cNvSpPr/>
          <p:nvPr/>
        </p:nvSpPr>
        <p:spPr>
          <a:xfrm>
            <a:off x="8469023" y="-3137268"/>
            <a:ext cx="1037075" cy="4662033"/>
          </a:xfrm>
          <a:custGeom>
            <a:avLst/>
            <a:gdLst/>
            <a:ahLst/>
            <a:cxnLst/>
            <a:rect l="l" t="t" r="r" b="b"/>
            <a:pathLst>
              <a:path w="18004" h="81408" extrusionOk="0">
                <a:moveTo>
                  <a:pt x="8988" y="1"/>
                </a:moveTo>
                <a:cubicBezTo>
                  <a:pt x="8029" y="1"/>
                  <a:pt x="7078" y="355"/>
                  <a:pt x="6191" y="1045"/>
                </a:cubicBezTo>
                <a:cubicBezTo>
                  <a:pt x="4114" y="2633"/>
                  <a:pt x="2953" y="4853"/>
                  <a:pt x="2057" y="7215"/>
                </a:cubicBezTo>
                <a:cubicBezTo>
                  <a:pt x="672" y="10779"/>
                  <a:pt x="0" y="14466"/>
                  <a:pt x="407" y="18294"/>
                </a:cubicBezTo>
                <a:cubicBezTo>
                  <a:pt x="591" y="20005"/>
                  <a:pt x="1079" y="21594"/>
                  <a:pt x="2077" y="23019"/>
                </a:cubicBezTo>
                <a:cubicBezTo>
                  <a:pt x="3014" y="24363"/>
                  <a:pt x="4277" y="25300"/>
                  <a:pt x="5825" y="25809"/>
                </a:cubicBezTo>
                <a:cubicBezTo>
                  <a:pt x="6660" y="26074"/>
                  <a:pt x="7189" y="26583"/>
                  <a:pt x="7352" y="27398"/>
                </a:cubicBezTo>
                <a:cubicBezTo>
                  <a:pt x="7556" y="28233"/>
                  <a:pt x="7657" y="29108"/>
                  <a:pt x="7698" y="29964"/>
                </a:cubicBezTo>
                <a:cubicBezTo>
                  <a:pt x="7739" y="31715"/>
                  <a:pt x="7719" y="33446"/>
                  <a:pt x="7698" y="35198"/>
                </a:cubicBezTo>
                <a:cubicBezTo>
                  <a:pt x="7698" y="37947"/>
                  <a:pt x="7780" y="40717"/>
                  <a:pt x="7637" y="43486"/>
                </a:cubicBezTo>
                <a:cubicBezTo>
                  <a:pt x="7413" y="47498"/>
                  <a:pt x="7026" y="51510"/>
                  <a:pt x="6680" y="55522"/>
                </a:cubicBezTo>
                <a:cubicBezTo>
                  <a:pt x="6537" y="57091"/>
                  <a:pt x="6334" y="58659"/>
                  <a:pt x="6191" y="60207"/>
                </a:cubicBezTo>
                <a:cubicBezTo>
                  <a:pt x="5926" y="63221"/>
                  <a:pt x="5621" y="66214"/>
                  <a:pt x="5478" y="69208"/>
                </a:cubicBezTo>
                <a:cubicBezTo>
                  <a:pt x="5336" y="71957"/>
                  <a:pt x="5153" y="74748"/>
                  <a:pt x="5743" y="77477"/>
                </a:cubicBezTo>
                <a:cubicBezTo>
                  <a:pt x="5926" y="78311"/>
                  <a:pt x="6232" y="79167"/>
                  <a:pt x="6660" y="79900"/>
                </a:cubicBezTo>
                <a:cubicBezTo>
                  <a:pt x="7240" y="80908"/>
                  <a:pt x="8095" y="81407"/>
                  <a:pt x="8958" y="81407"/>
                </a:cubicBezTo>
                <a:cubicBezTo>
                  <a:pt x="9821" y="81407"/>
                  <a:pt x="10692" y="80908"/>
                  <a:pt x="11303" y="79920"/>
                </a:cubicBezTo>
                <a:cubicBezTo>
                  <a:pt x="12056" y="78678"/>
                  <a:pt x="12362" y="77273"/>
                  <a:pt x="12423" y="75847"/>
                </a:cubicBezTo>
                <a:cubicBezTo>
                  <a:pt x="12667" y="69901"/>
                  <a:pt x="12219" y="64259"/>
                  <a:pt x="11547" y="58333"/>
                </a:cubicBezTo>
                <a:cubicBezTo>
                  <a:pt x="10835" y="52040"/>
                  <a:pt x="10142" y="45727"/>
                  <a:pt x="10203" y="39373"/>
                </a:cubicBezTo>
                <a:cubicBezTo>
                  <a:pt x="10244" y="36216"/>
                  <a:pt x="10183" y="33039"/>
                  <a:pt x="10244" y="29882"/>
                </a:cubicBezTo>
                <a:cubicBezTo>
                  <a:pt x="10244" y="28966"/>
                  <a:pt x="10448" y="28049"/>
                  <a:pt x="10651" y="27153"/>
                </a:cubicBezTo>
                <a:cubicBezTo>
                  <a:pt x="10794" y="26563"/>
                  <a:pt x="11181" y="26115"/>
                  <a:pt x="11812" y="25911"/>
                </a:cubicBezTo>
                <a:cubicBezTo>
                  <a:pt x="15009" y="24913"/>
                  <a:pt x="16679" y="22591"/>
                  <a:pt x="17331" y="19435"/>
                </a:cubicBezTo>
                <a:cubicBezTo>
                  <a:pt x="18003" y="16136"/>
                  <a:pt x="17555" y="12877"/>
                  <a:pt x="16700" y="9680"/>
                </a:cubicBezTo>
                <a:cubicBezTo>
                  <a:pt x="16109" y="7460"/>
                  <a:pt x="15254" y="5362"/>
                  <a:pt x="13971" y="3468"/>
                </a:cubicBezTo>
                <a:cubicBezTo>
                  <a:pt x="13278" y="2430"/>
                  <a:pt x="12484" y="1493"/>
                  <a:pt x="11445" y="800"/>
                </a:cubicBezTo>
                <a:cubicBezTo>
                  <a:pt x="10645" y="263"/>
                  <a:pt x="9813" y="1"/>
                  <a:pt x="898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7665416" y="3679956"/>
            <a:ext cx="937365" cy="3889322"/>
          </a:xfrm>
          <a:custGeom>
            <a:avLst/>
            <a:gdLst/>
            <a:ahLst/>
            <a:cxnLst/>
            <a:rect l="l" t="t" r="r" b="b"/>
            <a:pathLst>
              <a:path w="16273" h="67915" extrusionOk="0">
                <a:moveTo>
                  <a:pt x="8175" y="1"/>
                </a:moveTo>
                <a:cubicBezTo>
                  <a:pt x="7393" y="1"/>
                  <a:pt x="6609" y="454"/>
                  <a:pt x="6070" y="1360"/>
                </a:cubicBezTo>
                <a:cubicBezTo>
                  <a:pt x="5377" y="2480"/>
                  <a:pt x="5092" y="3743"/>
                  <a:pt x="5031" y="5026"/>
                </a:cubicBezTo>
                <a:cubicBezTo>
                  <a:pt x="4807" y="10402"/>
                  <a:pt x="5214" y="15494"/>
                  <a:pt x="5825" y="20850"/>
                </a:cubicBezTo>
                <a:cubicBezTo>
                  <a:pt x="6477" y="26532"/>
                  <a:pt x="7108" y="32234"/>
                  <a:pt x="7047" y="37977"/>
                </a:cubicBezTo>
                <a:cubicBezTo>
                  <a:pt x="7006" y="40828"/>
                  <a:pt x="7067" y="43700"/>
                  <a:pt x="7027" y="46551"/>
                </a:cubicBezTo>
                <a:cubicBezTo>
                  <a:pt x="7006" y="47366"/>
                  <a:pt x="6823" y="48201"/>
                  <a:pt x="6640" y="49015"/>
                </a:cubicBezTo>
                <a:cubicBezTo>
                  <a:pt x="6518" y="49545"/>
                  <a:pt x="6151" y="49952"/>
                  <a:pt x="5601" y="50136"/>
                </a:cubicBezTo>
                <a:cubicBezTo>
                  <a:pt x="2709" y="51032"/>
                  <a:pt x="1202" y="53129"/>
                  <a:pt x="612" y="55980"/>
                </a:cubicBezTo>
                <a:cubicBezTo>
                  <a:pt x="1" y="58974"/>
                  <a:pt x="408" y="61907"/>
                  <a:pt x="1182" y="64799"/>
                </a:cubicBezTo>
                <a:cubicBezTo>
                  <a:pt x="1467" y="65878"/>
                  <a:pt x="1833" y="66917"/>
                  <a:pt x="2261" y="67915"/>
                </a:cubicBezTo>
                <a:lnTo>
                  <a:pt x="14053" y="67915"/>
                </a:lnTo>
                <a:cubicBezTo>
                  <a:pt x="14175" y="67609"/>
                  <a:pt x="14297" y="67324"/>
                  <a:pt x="14419" y="67019"/>
                </a:cubicBezTo>
                <a:cubicBezTo>
                  <a:pt x="15662" y="63801"/>
                  <a:pt x="16273" y="60481"/>
                  <a:pt x="15906" y="57019"/>
                </a:cubicBezTo>
                <a:cubicBezTo>
                  <a:pt x="15743" y="55492"/>
                  <a:pt x="15275" y="54046"/>
                  <a:pt x="14399" y="52763"/>
                </a:cubicBezTo>
                <a:cubicBezTo>
                  <a:pt x="13544" y="51541"/>
                  <a:pt x="12403" y="50685"/>
                  <a:pt x="10998" y="50237"/>
                </a:cubicBezTo>
                <a:cubicBezTo>
                  <a:pt x="10244" y="49993"/>
                  <a:pt x="9776" y="49525"/>
                  <a:pt x="9613" y="48812"/>
                </a:cubicBezTo>
                <a:cubicBezTo>
                  <a:pt x="9450" y="48038"/>
                  <a:pt x="9348" y="47244"/>
                  <a:pt x="9328" y="46470"/>
                </a:cubicBezTo>
                <a:cubicBezTo>
                  <a:pt x="9267" y="44902"/>
                  <a:pt x="9308" y="43333"/>
                  <a:pt x="9308" y="41745"/>
                </a:cubicBezTo>
                <a:cubicBezTo>
                  <a:pt x="9308" y="39260"/>
                  <a:pt x="9226" y="36755"/>
                  <a:pt x="9369" y="34271"/>
                </a:cubicBezTo>
                <a:cubicBezTo>
                  <a:pt x="9572" y="30625"/>
                  <a:pt x="9919" y="27000"/>
                  <a:pt x="10244" y="23375"/>
                </a:cubicBezTo>
                <a:cubicBezTo>
                  <a:pt x="10346" y="21970"/>
                  <a:pt x="10550" y="20565"/>
                  <a:pt x="10672" y="19139"/>
                </a:cubicBezTo>
                <a:cubicBezTo>
                  <a:pt x="10917" y="16451"/>
                  <a:pt x="11181" y="13742"/>
                  <a:pt x="11324" y="11034"/>
                </a:cubicBezTo>
                <a:cubicBezTo>
                  <a:pt x="11446" y="8529"/>
                  <a:pt x="11609" y="6024"/>
                  <a:pt x="11079" y="3560"/>
                </a:cubicBezTo>
                <a:cubicBezTo>
                  <a:pt x="10917" y="2806"/>
                  <a:pt x="10652" y="2032"/>
                  <a:pt x="10265" y="1360"/>
                </a:cubicBezTo>
                <a:cubicBezTo>
                  <a:pt x="9735" y="454"/>
                  <a:pt x="8956" y="1"/>
                  <a:pt x="817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8"/>
          <p:cNvSpPr/>
          <p:nvPr/>
        </p:nvSpPr>
        <p:spPr>
          <a:xfrm>
            <a:off x="-386783" y="-1560670"/>
            <a:ext cx="796643" cy="5226747"/>
          </a:xfrm>
          <a:custGeom>
            <a:avLst/>
            <a:gdLst/>
            <a:ahLst/>
            <a:cxnLst/>
            <a:rect l="l" t="t" r="r" b="b"/>
            <a:pathLst>
              <a:path w="13830" h="91269" extrusionOk="0">
                <a:moveTo>
                  <a:pt x="1744" y="1"/>
                </a:moveTo>
                <a:cubicBezTo>
                  <a:pt x="1499" y="1"/>
                  <a:pt x="1283" y="115"/>
                  <a:pt x="1121" y="336"/>
                </a:cubicBezTo>
                <a:cubicBezTo>
                  <a:pt x="999" y="499"/>
                  <a:pt x="938" y="723"/>
                  <a:pt x="938" y="927"/>
                </a:cubicBezTo>
                <a:cubicBezTo>
                  <a:pt x="836" y="2923"/>
                  <a:pt x="754" y="4939"/>
                  <a:pt x="673" y="6935"/>
                </a:cubicBezTo>
                <a:cubicBezTo>
                  <a:pt x="490" y="11191"/>
                  <a:pt x="286" y="15447"/>
                  <a:pt x="164" y="19704"/>
                </a:cubicBezTo>
                <a:cubicBezTo>
                  <a:pt x="82" y="21822"/>
                  <a:pt x="1" y="23960"/>
                  <a:pt x="653" y="26017"/>
                </a:cubicBezTo>
                <a:cubicBezTo>
                  <a:pt x="1345" y="28176"/>
                  <a:pt x="2506" y="29968"/>
                  <a:pt x="4502" y="31149"/>
                </a:cubicBezTo>
                <a:cubicBezTo>
                  <a:pt x="4868" y="31353"/>
                  <a:pt x="5113" y="31882"/>
                  <a:pt x="5276" y="32310"/>
                </a:cubicBezTo>
                <a:cubicBezTo>
                  <a:pt x="5703" y="33389"/>
                  <a:pt x="5683" y="34550"/>
                  <a:pt x="5683" y="35691"/>
                </a:cubicBezTo>
                <a:cubicBezTo>
                  <a:pt x="5703" y="38664"/>
                  <a:pt x="5724" y="41658"/>
                  <a:pt x="5703" y="44651"/>
                </a:cubicBezTo>
                <a:cubicBezTo>
                  <a:pt x="5663" y="47727"/>
                  <a:pt x="5724" y="50822"/>
                  <a:pt x="5540" y="53897"/>
                </a:cubicBezTo>
                <a:cubicBezTo>
                  <a:pt x="5296" y="57747"/>
                  <a:pt x="4848" y="61596"/>
                  <a:pt x="4481" y="65445"/>
                </a:cubicBezTo>
                <a:cubicBezTo>
                  <a:pt x="4135" y="69151"/>
                  <a:pt x="3707" y="72858"/>
                  <a:pt x="3443" y="76585"/>
                </a:cubicBezTo>
                <a:cubicBezTo>
                  <a:pt x="3280" y="79090"/>
                  <a:pt x="3280" y="81635"/>
                  <a:pt x="3280" y="84161"/>
                </a:cubicBezTo>
                <a:cubicBezTo>
                  <a:pt x="3300" y="85871"/>
                  <a:pt x="3524" y="87582"/>
                  <a:pt x="4278" y="89150"/>
                </a:cubicBezTo>
                <a:cubicBezTo>
                  <a:pt x="4522" y="89639"/>
                  <a:pt x="4828" y="90128"/>
                  <a:pt x="5215" y="90515"/>
                </a:cubicBezTo>
                <a:cubicBezTo>
                  <a:pt x="5729" y="91019"/>
                  <a:pt x="6353" y="91268"/>
                  <a:pt x="6980" y="91268"/>
                </a:cubicBezTo>
                <a:cubicBezTo>
                  <a:pt x="7620" y="91268"/>
                  <a:pt x="8264" y="91009"/>
                  <a:pt x="8799" y="90494"/>
                </a:cubicBezTo>
                <a:cubicBezTo>
                  <a:pt x="9451" y="89863"/>
                  <a:pt x="9899" y="89069"/>
                  <a:pt x="10082" y="88193"/>
                </a:cubicBezTo>
                <a:cubicBezTo>
                  <a:pt x="10367" y="86828"/>
                  <a:pt x="10652" y="85423"/>
                  <a:pt x="10693" y="84038"/>
                </a:cubicBezTo>
                <a:cubicBezTo>
                  <a:pt x="10835" y="79762"/>
                  <a:pt x="10571" y="75485"/>
                  <a:pt x="10143" y="71208"/>
                </a:cubicBezTo>
                <a:cubicBezTo>
                  <a:pt x="9593" y="65893"/>
                  <a:pt x="8982" y="60577"/>
                  <a:pt x="8534" y="55242"/>
                </a:cubicBezTo>
                <a:cubicBezTo>
                  <a:pt x="8290" y="52350"/>
                  <a:pt x="8330" y="49417"/>
                  <a:pt x="8310" y="46505"/>
                </a:cubicBezTo>
                <a:cubicBezTo>
                  <a:pt x="8269" y="43022"/>
                  <a:pt x="8310" y="39519"/>
                  <a:pt x="8290" y="36016"/>
                </a:cubicBezTo>
                <a:cubicBezTo>
                  <a:pt x="8290" y="34754"/>
                  <a:pt x="8310" y="33512"/>
                  <a:pt x="8697" y="32290"/>
                </a:cubicBezTo>
                <a:cubicBezTo>
                  <a:pt x="8901" y="31699"/>
                  <a:pt x="9227" y="31271"/>
                  <a:pt x="9776" y="30925"/>
                </a:cubicBezTo>
                <a:cubicBezTo>
                  <a:pt x="11752" y="29724"/>
                  <a:pt x="12852" y="27870"/>
                  <a:pt x="13402" y="25691"/>
                </a:cubicBezTo>
                <a:cubicBezTo>
                  <a:pt x="13666" y="24632"/>
                  <a:pt x="13829" y="23512"/>
                  <a:pt x="13809" y="22412"/>
                </a:cubicBezTo>
                <a:cubicBezTo>
                  <a:pt x="13748" y="18502"/>
                  <a:pt x="13585" y="14612"/>
                  <a:pt x="13463" y="10702"/>
                </a:cubicBezTo>
                <a:cubicBezTo>
                  <a:pt x="13361" y="8177"/>
                  <a:pt x="13259" y="5651"/>
                  <a:pt x="13157" y="3126"/>
                </a:cubicBezTo>
                <a:cubicBezTo>
                  <a:pt x="13116" y="2413"/>
                  <a:pt x="13096" y="1680"/>
                  <a:pt x="13055" y="967"/>
                </a:cubicBezTo>
                <a:cubicBezTo>
                  <a:pt x="13035" y="377"/>
                  <a:pt x="12689" y="10"/>
                  <a:pt x="12200" y="10"/>
                </a:cubicBezTo>
                <a:cubicBezTo>
                  <a:pt x="11711" y="10"/>
                  <a:pt x="11406" y="377"/>
                  <a:pt x="11406" y="988"/>
                </a:cubicBezTo>
                <a:cubicBezTo>
                  <a:pt x="11406" y="7138"/>
                  <a:pt x="11283" y="13248"/>
                  <a:pt x="11283" y="19398"/>
                </a:cubicBezTo>
                <a:cubicBezTo>
                  <a:pt x="11283" y="19541"/>
                  <a:pt x="11283" y="19704"/>
                  <a:pt x="11263" y="19867"/>
                </a:cubicBezTo>
                <a:cubicBezTo>
                  <a:pt x="11182" y="20213"/>
                  <a:pt x="10958" y="20437"/>
                  <a:pt x="10571" y="20437"/>
                </a:cubicBezTo>
                <a:cubicBezTo>
                  <a:pt x="10204" y="20416"/>
                  <a:pt x="10021" y="20192"/>
                  <a:pt x="9980" y="19846"/>
                </a:cubicBezTo>
                <a:cubicBezTo>
                  <a:pt x="9939" y="19683"/>
                  <a:pt x="9939" y="19520"/>
                  <a:pt x="9939" y="19337"/>
                </a:cubicBezTo>
                <a:cubicBezTo>
                  <a:pt x="9797" y="13289"/>
                  <a:pt x="9654" y="7220"/>
                  <a:pt x="9512" y="1171"/>
                </a:cubicBezTo>
                <a:cubicBezTo>
                  <a:pt x="9512" y="1049"/>
                  <a:pt x="9512" y="927"/>
                  <a:pt x="9512" y="804"/>
                </a:cubicBezTo>
                <a:cubicBezTo>
                  <a:pt x="9452" y="330"/>
                  <a:pt x="9086" y="9"/>
                  <a:pt x="8674" y="9"/>
                </a:cubicBezTo>
                <a:cubicBezTo>
                  <a:pt x="8661" y="9"/>
                  <a:pt x="8649" y="10"/>
                  <a:pt x="8636" y="10"/>
                </a:cubicBezTo>
                <a:cubicBezTo>
                  <a:pt x="8208" y="31"/>
                  <a:pt x="7862" y="356"/>
                  <a:pt x="7842" y="825"/>
                </a:cubicBezTo>
                <a:cubicBezTo>
                  <a:pt x="7821" y="1578"/>
                  <a:pt x="7821" y="2332"/>
                  <a:pt x="7821" y="3106"/>
                </a:cubicBezTo>
                <a:cubicBezTo>
                  <a:pt x="7801" y="7260"/>
                  <a:pt x="7801" y="11435"/>
                  <a:pt x="7781" y="15610"/>
                </a:cubicBezTo>
                <a:cubicBezTo>
                  <a:pt x="7760" y="16914"/>
                  <a:pt x="7781" y="18237"/>
                  <a:pt x="7760" y="19541"/>
                </a:cubicBezTo>
                <a:cubicBezTo>
                  <a:pt x="7760" y="20152"/>
                  <a:pt x="7516" y="20437"/>
                  <a:pt x="7007" y="20437"/>
                </a:cubicBezTo>
                <a:cubicBezTo>
                  <a:pt x="6991" y="20438"/>
                  <a:pt x="6975" y="20438"/>
                  <a:pt x="6960" y="20438"/>
                </a:cubicBezTo>
                <a:cubicBezTo>
                  <a:pt x="6481" y="20438"/>
                  <a:pt x="6232" y="20133"/>
                  <a:pt x="6212" y="19541"/>
                </a:cubicBezTo>
                <a:cubicBezTo>
                  <a:pt x="6212" y="15834"/>
                  <a:pt x="6192" y="12128"/>
                  <a:pt x="6192" y="8421"/>
                </a:cubicBezTo>
                <a:cubicBezTo>
                  <a:pt x="6172" y="5937"/>
                  <a:pt x="6151" y="3472"/>
                  <a:pt x="6131" y="988"/>
                </a:cubicBezTo>
                <a:cubicBezTo>
                  <a:pt x="6131" y="377"/>
                  <a:pt x="5805" y="10"/>
                  <a:pt x="5316" y="10"/>
                </a:cubicBezTo>
                <a:cubicBezTo>
                  <a:pt x="4828" y="10"/>
                  <a:pt x="4481" y="377"/>
                  <a:pt x="4481" y="967"/>
                </a:cubicBezTo>
                <a:cubicBezTo>
                  <a:pt x="4441" y="2841"/>
                  <a:pt x="4420" y="4735"/>
                  <a:pt x="4380" y="6609"/>
                </a:cubicBezTo>
                <a:cubicBezTo>
                  <a:pt x="4318" y="9338"/>
                  <a:pt x="4217" y="12067"/>
                  <a:pt x="4156" y="14796"/>
                </a:cubicBezTo>
                <a:cubicBezTo>
                  <a:pt x="4115" y="16343"/>
                  <a:pt x="4074" y="17871"/>
                  <a:pt x="4033" y="19419"/>
                </a:cubicBezTo>
                <a:cubicBezTo>
                  <a:pt x="4033" y="19541"/>
                  <a:pt x="4033" y="19663"/>
                  <a:pt x="4013" y="19785"/>
                </a:cubicBezTo>
                <a:cubicBezTo>
                  <a:pt x="3972" y="20172"/>
                  <a:pt x="3748" y="20396"/>
                  <a:pt x="3341" y="20416"/>
                </a:cubicBezTo>
                <a:cubicBezTo>
                  <a:pt x="2934" y="20416"/>
                  <a:pt x="2730" y="20152"/>
                  <a:pt x="2710" y="19765"/>
                </a:cubicBezTo>
                <a:cubicBezTo>
                  <a:pt x="2689" y="19235"/>
                  <a:pt x="2710" y="18706"/>
                  <a:pt x="2710" y="18197"/>
                </a:cubicBezTo>
                <a:cubicBezTo>
                  <a:pt x="2648" y="13614"/>
                  <a:pt x="2608" y="9032"/>
                  <a:pt x="2567" y="4450"/>
                </a:cubicBezTo>
                <a:cubicBezTo>
                  <a:pt x="2547" y="3269"/>
                  <a:pt x="2567" y="2108"/>
                  <a:pt x="2587" y="927"/>
                </a:cubicBezTo>
                <a:cubicBezTo>
                  <a:pt x="2587" y="519"/>
                  <a:pt x="2424" y="214"/>
                  <a:pt x="2038" y="51"/>
                </a:cubicBezTo>
                <a:cubicBezTo>
                  <a:pt x="1936" y="17"/>
                  <a:pt x="1838" y="1"/>
                  <a:pt x="174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-365643" y="4018472"/>
            <a:ext cx="742611" cy="4084204"/>
          </a:xfrm>
          <a:custGeom>
            <a:avLst/>
            <a:gdLst/>
            <a:ahLst/>
            <a:cxnLst/>
            <a:rect l="l" t="t" r="r" b="b"/>
            <a:pathLst>
              <a:path w="12892" h="71318" extrusionOk="0">
                <a:moveTo>
                  <a:pt x="6372" y="0"/>
                </a:moveTo>
                <a:cubicBezTo>
                  <a:pt x="5775" y="0"/>
                  <a:pt x="5176" y="239"/>
                  <a:pt x="4685" y="710"/>
                </a:cubicBezTo>
                <a:cubicBezTo>
                  <a:pt x="4074" y="1301"/>
                  <a:pt x="3666" y="2034"/>
                  <a:pt x="3483" y="2869"/>
                </a:cubicBezTo>
                <a:cubicBezTo>
                  <a:pt x="3239" y="4132"/>
                  <a:pt x="2954" y="5435"/>
                  <a:pt x="2913" y="6718"/>
                </a:cubicBezTo>
                <a:cubicBezTo>
                  <a:pt x="2791" y="10710"/>
                  <a:pt x="3035" y="14701"/>
                  <a:pt x="3442" y="18673"/>
                </a:cubicBezTo>
                <a:cubicBezTo>
                  <a:pt x="3951" y="23642"/>
                  <a:pt x="4522" y="28591"/>
                  <a:pt x="4929" y="33560"/>
                </a:cubicBezTo>
                <a:cubicBezTo>
                  <a:pt x="5153" y="36248"/>
                  <a:pt x="5112" y="38977"/>
                  <a:pt x="5153" y="41686"/>
                </a:cubicBezTo>
                <a:cubicBezTo>
                  <a:pt x="5173" y="44944"/>
                  <a:pt x="5133" y="48203"/>
                  <a:pt x="5153" y="51461"/>
                </a:cubicBezTo>
                <a:cubicBezTo>
                  <a:pt x="5173" y="52642"/>
                  <a:pt x="5153" y="53803"/>
                  <a:pt x="4766" y="54944"/>
                </a:cubicBezTo>
                <a:cubicBezTo>
                  <a:pt x="4583" y="55473"/>
                  <a:pt x="4277" y="55901"/>
                  <a:pt x="3768" y="56206"/>
                </a:cubicBezTo>
                <a:cubicBezTo>
                  <a:pt x="1935" y="57327"/>
                  <a:pt x="917" y="59058"/>
                  <a:pt x="408" y="61074"/>
                </a:cubicBezTo>
                <a:cubicBezTo>
                  <a:pt x="143" y="62072"/>
                  <a:pt x="1" y="63131"/>
                  <a:pt x="21" y="64149"/>
                </a:cubicBezTo>
                <a:cubicBezTo>
                  <a:pt x="62" y="66532"/>
                  <a:pt x="143" y="68914"/>
                  <a:pt x="225" y="71318"/>
                </a:cubicBezTo>
                <a:lnTo>
                  <a:pt x="2363" y="71318"/>
                </a:lnTo>
                <a:cubicBezTo>
                  <a:pt x="2363" y="69851"/>
                  <a:pt x="2363" y="68365"/>
                  <a:pt x="2363" y="66898"/>
                </a:cubicBezTo>
                <a:cubicBezTo>
                  <a:pt x="2363" y="66756"/>
                  <a:pt x="2363" y="66634"/>
                  <a:pt x="2404" y="66491"/>
                </a:cubicBezTo>
                <a:cubicBezTo>
                  <a:pt x="2465" y="66165"/>
                  <a:pt x="2668" y="65961"/>
                  <a:pt x="3035" y="65961"/>
                </a:cubicBezTo>
                <a:cubicBezTo>
                  <a:pt x="3361" y="65982"/>
                  <a:pt x="3544" y="66206"/>
                  <a:pt x="3585" y="66511"/>
                </a:cubicBezTo>
                <a:cubicBezTo>
                  <a:pt x="3605" y="66674"/>
                  <a:pt x="3626" y="66837"/>
                  <a:pt x="3626" y="67000"/>
                </a:cubicBezTo>
                <a:cubicBezTo>
                  <a:pt x="3666" y="68426"/>
                  <a:pt x="3687" y="69872"/>
                  <a:pt x="3727" y="71318"/>
                </a:cubicBezTo>
                <a:lnTo>
                  <a:pt x="5642" y="71318"/>
                </a:lnTo>
                <a:cubicBezTo>
                  <a:pt x="5642" y="71032"/>
                  <a:pt x="5642" y="70747"/>
                  <a:pt x="5642" y="70483"/>
                </a:cubicBezTo>
                <a:cubicBezTo>
                  <a:pt x="5642" y="69261"/>
                  <a:pt x="5642" y="68039"/>
                  <a:pt x="5642" y="66817"/>
                </a:cubicBezTo>
                <a:cubicBezTo>
                  <a:pt x="5662" y="66247"/>
                  <a:pt x="5886" y="65982"/>
                  <a:pt x="6355" y="65982"/>
                </a:cubicBezTo>
                <a:cubicBezTo>
                  <a:pt x="6371" y="65981"/>
                  <a:pt x="6387" y="65981"/>
                  <a:pt x="6403" y="65981"/>
                </a:cubicBezTo>
                <a:cubicBezTo>
                  <a:pt x="6859" y="65981"/>
                  <a:pt x="7088" y="66266"/>
                  <a:pt x="7088" y="66817"/>
                </a:cubicBezTo>
                <a:cubicBezTo>
                  <a:pt x="7088" y="68324"/>
                  <a:pt x="7088" y="69811"/>
                  <a:pt x="7108" y="71318"/>
                </a:cubicBezTo>
                <a:lnTo>
                  <a:pt x="9022" y="71318"/>
                </a:lnTo>
                <a:cubicBezTo>
                  <a:pt x="9022" y="71297"/>
                  <a:pt x="9022" y="71257"/>
                  <a:pt x="9022" y="71236"/>
                </a:cubicBezTo>
                <a:cubicBezTo>
                  <a:pt x="9063" y="69811"/>
                  <a:pt x="9084" y="68365"/>
                  <a:pt x="9124" y="66939"/>
                </a:cubicBezTo>
                <a:cubicBezTo>
                  <a:pt x="9124" y="66817"/>
                  <a:pt x="9124" y="66695"/>
                  <a:pt x="9145" y="66593"/>
                </a:cubicBezTo>
                <a:cubicBezTo>
                  <a:pt x="9185" y="66226"/>
                  <a:pt x="9389" y="66002"/>
                  <a:pt x="9776" y="66002"/>
                </a:cubicBezTo>
                <a:cubicBezTo>
                  <a:pt x="10163" y="66002"/>
                  <a:pt x="10346" y="66247"/>
                  <a:pt x="10367" y="66613"/>
                </a:cubicBezTo>
                <a:cubicBezTo>
                  <a:pt x="10387" y="67102"/>
                  <a:pt x="10367" y="67591"/>
                  <a:pt x="10367" y="68079"/>
                </a:cubicBezTo>
                <a:cubicBezTo>
                  <a:pt x="10367" y="69159"/>
                  <a:pt x="10387" y="70238"/>
                  <a:pt x="10387" y="71318"/>
                </a:cubicBezTo>
                <a:lnTo>
                  <a:pt x="12566" y="71318"/>
                </a:lnTo>
                <a:cubicBezTo>
                  <a:pt x="12627" y="69770"/>
                  <a:pt x="12688" y="68222"/>
                  <a:pt x="12729" y="66674"/>
                </a:cubicBezTo>
                <a:cubicBezTo>
                  <a:pt x="12790" y="64699"/>
                  <a:pt x="12892" y="62703"/>
                  <a:pt x="12261" y="60768"/>
                </a:cubicBezTo>
                <a:cubicBezTo>
                  <a:pt x="11629" y="58772"/>
                  <a:pt x="10550" y="57102"/>
                  <a:pt x="8676" y="56003"/>
                </a:cubicBezTo>
                <a:cubicBezTo>
                  <a:pt x="8350" y="55799"/>
                  <a:pt x="8126" y="55310"/>
                  <a:pt x="7963" y="54923"/>
                </a:cubicBezTo>
                <a:cubicBezTo>
                  <a:pt x="7577" y="53905"/>
                  <a:pt x="7577" y="52846"/>
                  <a:pt x="7577" y="51787"/>
                </a:cubicBezTo>
                <a:cubicBezTo>
                  <a:pt x="7577" y="48997"/>
                  <a:pt x="7556" y="46207"/>
                  <a:pt x="7577" y="43417"/>
                </a:cubicBezTo>
                <a:cubicBezTo>
                  <a:pt x="7597" y="40545"/>
                  <a:pt x="7556" y="37674"/>
                  <a:pt x="7719" y="34802"/>
                </a:cubicBezTo>
                <a:cubicBezTo>
                  <a:pt x="7943" y="31218"/>
                  <a:pt x="8371" y="27634"/>
                  <a:pt x="8697" y="24049"/>
                </a:cubicBezTo>
                <a:cubicBezTo>
                  <a:pt x="9022" y="20587"/>
                  <a:pt x="9430" y="17145"/>
                  <a:pt x="9674" y="13683"/>
                </a:cubicBezTo>
                <a:cubicBezTo>
                  <a:pt x="9837" y="11341"/>
                  <a:pt x="9837" y="8979"/>
                  <a:pt x="9817" y="6616"/>
                </a:cubicBezTo>
                <a:cubicBezTo>
                  <a:pt x="9817" y="5007"/>
                  <a:pt x="9613" y="3419"/>
                  <a:pt x="8900" y="1953"/>
                </a:cubicBezTo>
                <a:cubicBezTo>
                  <a:pt x="8676" y="1505"/>
                  <a:pt x="8371" y="1057"/>
                  <a:pt x="8025" y="710"/>
                </a:cubicBezTo>
                <a:cubicBezTo>
                  <a:pt x="7549" y="234"/>
                  <a:pt x="6962" y="0"/>
                  <a:pt x="637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02776" y="-1512110"/>
            <a:ext cx="844741" cy="3795461"/>
          </a:xfrm>
          <a:custGeom>
            <a:avLst/>
            <a:gdLst/>
            <a:ahLst/>
            <a:cxnLst/>
            <a:rect l="l" t="t" r="r" b="b"/>
            <a:pathLst>
              <a:path w="14665" h="66276" extrusionOk="0">
                <a:moveTo>
                  <a:pt x="7369" y="0"/>
                </a:moveTo>
                <a:cubicBezTo>
                  <a:pt x="6666" y="0"/>
                  <a:pt x="5956" y="407"/>
                  <a:pt x="5459" y="1220"/>
                </a:cubicBezTo>
                <a:cubicBezTo>
                  <a:pt x="4848" y="2238"/>
                  <a:pt x="4603" y="3378"/>
                  <a:pt x="4542" y="4539"/>
                </a:cubicBezTo>
                <a:cubicBezTo>
                  <a:pt x="4481" y="6067"/>
                  <a:pt x="4522" y="7614"/>
                  <a:pt x="4522" y="9142"/>
                </a:cubicBezTo>
                <a:cubicBezTo>
                  <a:pt x="4481" y="9162"/>
                  <a:pt x="4420" y="9162"/>
                  <a:pt x="4359" y="9162"/>
                </a:cubicBezTo>
                <a:cubicBezTo>
                  <a:pt x="4664" y="12360"/>
                  <a:pt x="4889" y="15577"/>
                  <a:pt x="5255" y="18775"/>
                </a:cubicBezTo>
                <a:cubicBezTo>
                  <a:pt x="5846" y="23907"/>
                  <a:pt x="6416" y="29039"/>
                  <a:pt x="6355" y="34232"/>
                </a:cubicBezTo>
                <a:cubicBezTo>
                  <a:pt x="6334" y="36798"/>
                  <a:pt x="6375" y="39364"/>
                  <a:pt x="6334" y="41951"/>
                </a:cubicBezTo>
                <a:cubicBezTo>
                  <a:pt x="6314" y="42684"/>
                  <a:pt x="6172" y="43437"/>
                  <a:pt x="5988" y="44170"/>
                </a:cubicBezTo>
                <a:cubicBezTo>
                  <a:pt x="5886" y="44639"/>
                  <a:pt x="5561" y="45026"/>
                  <a:pt x="5051" y="45168"/>
                </a:cubicBezTo>
                <a:cubicBezTo>
                  <a:pt x="2445" y="46003"/>
                  <a:pt x="1080" y="47877"/>
                  <a:pt x="551" y="50443"/>
                </a:cubicBezTo>
                <a:cubicBezTo>
                  <a:pt x="1" y="53131"/>
                  <a:pt x="367" y="55779"/>
                  <a:pt x="1080" y="58406"/>
                </a:cubicBezTo>
                <a:cubicBezTo>
                  <a:pt x="1549" y="60198"/>
                  <a:pt x="2261" y="61909"/>
                  <a:pt x="3280" y="63457"/>
                </a:cubicBezTo>
                <a:cubicBezTo>
                  <a:pt x="3850" y="64292"/>
                  <a:pt x="4502" y="65066"/>
                  <a:pt x="5337" y="65615"/>
                </a:cubicBezTo>
                <a:cubicBezTo>
                  <a:pt x="5999" y="66060"/>
                  <a:pt x="6678" y="66276"/>
                  <a:pt x="7351" y="66276"/>
                </a:cubicBezTo>
                <a:cubicBezTo>
                  <a:pt x="8127" y="66276"/>
                  <a:pt x="8893" y="65988"/>
                  <a:pt x="9613" y="65432"/>
                </a:cubicBezTo>
                <a:cubicBezTo>
                  <a:pt x="11324" y="64129"/>
                  <a:pt x="12261" y="62316"/>
                  <a:pt x="12994" y="60402"/>
                </a:cubicBezTo>
                <a:cubicBezTo>
                  <a:pt x="14114" y="57490"/>
                  <a:pt x="14664" y="54496"/>
                  <a:pt x="14338" y="51380"/>
                </a:cubicBezTo>
                <a:cubicBezTo>
                  <a:pt x="14175" y="49995"/>
                  <a:pt x="13788" y="48692"/>
                  <a:pt x="12974" y="47531"/>
                </a:cubicBezTo>
                <a:cubicBezTo>
                  <a:pt x="12220" y="46431"/>
                  <a:pt x="11181" y="45678"/>
                  <a:pt x="9919" y="45270"/>
                </a:cubicBezTo>
                <a:cubicBezTo>
                  <a:pt x="9247" y="45046"/>
                  <a:pt x="8819" y="44639"/>
                  <a:pt x="8677" y="43987"/>
                </a:cubicBezTo>
                <a:cubicBezTo>
                  <a:pt x="8514" y="43295"/>
                  <a:pt x="8432" y="42582"/>
                  <a:pt x="8412" y="41890"/>
                </a:cubicBezTo>
                <a:cubicBezTo>
                  <a:pt x="8371" y="40464"/>
                  <a:pt x="8391" y="39038"/>
                  <a:pt x="8391" y="37633"/>
                </a:cubicBezTo>
                <a:cubicBezTo>
                  <a:pt x="8391" y="35373"/>
                  <a:pt x="8330" y="33112"/>
                  <a:pt x="8453" y="30872"/>
                </a:cubicBezTo>
                <a:cubicBezTo>
                  <a:pt x="8636" y="27613"/>
                  <a:pt x="8941" y="24334"/>
                  <a:pt x="9226" y="21076"/>
                </a:cubicBezTo>
                <a:cubicBezTo>
                  <a:pt x="9328" y="19793"/>
                  <a:pt x="9512" y="18530"/>
                  <a:pt x="9613" y="17247"/>
                </a:cubicBezTo>
                <a:cubicBezTo>
                  <a:pt x="9837" y="14824"/>
                  <a:pt x="10082" y="12380"/>
                  <a:pt x="10204" y="9936"/>
                </a:cubicBezTo>
                <a:cubicBezTo>
                  <a:pt x="10326" y="7696"/>
                  <a:pt x="10469" y="5435"/>
                  <a:pt x="9980" y="3215"/>
                </a:cubicBezTo>
                <a:cubicBezTo>
                  <a:pt x="9837" y="2523"/>
                  <a:pt x="9593" y="1831"/>
                  <a:pt x="9247" y="1240"/>
                </a:cubicBezTo>
                <a:cubicBezTo>
                  <a:pt x="8777" y="413"/>
                  <a:pt x="8076" y="0"/>
                  <a:pt x="73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572868" y="2715507"/>
            <a:ext cx="628789" cy="5951296"/>
          </a:xfrm>
          <a:custGeom>
            <a:avLst/>
            <a:gdLst/>
            <a:ahLst/>
            <a:cxnLst/>
            <a:rect l="l" t="t" r="r" b="b"/>
            <a:pathLst>
              <a:path w="10916" h="103921" extrusionOk="0">
                <a:moveTo>
                  <a:pt x="3033" y="1"/>
                </a:moveTo>
                <a:cubicBezTo>
                  <a:pt x="2757" y="1"/>
                  <a:pt x="2471" y="34"/>
                  <a:pt x="2179" y="97"/>
                </a:cubicBezTo>
                <a:cubicBezTo>
                  <a:pt x="1222" y="321"/>
                  <a:pt x="570" y="891"/>
                  <a:pt x="448" y="1848"/>
                </a:cubicBezTo>
                <a:cubicBezTo>
                  <a:pt x="326" y="2765"/>
                  <a:pt x="306" y="3701"/>
                  <a:pt x="306" y="4618"/>
                </a:cubicBezTo>
                <a:cubicBezTo>
                  <a:pt x="285" y="13090"/>
                  <a:pt x="285" y="21562"/>
                  <a:pt x="285" y="28120"/>
                </a:cubicBezTo>
                <a:cubicBezTo>
                  <a:pt x="346" y="38262"/>
                  <a:pt x="387" y="46489"/>
                  <a:pt x="448" y="54717"/>
                </a:cubicBezTo>
                <a:cubicBezTo>
                  <a:pt x="448" y="55837"/>
                  <a:pt x="550" y="56937"/>
                  <a:pt x="611" y="58057"/>
                </a:cubicBezTo>
                <a:cubicBezTo>
                  <a:pt x="631" y="58607"/>
                  <a:pt x="876" y="58994"/>
                  <a:pt x="1385" y="59279"/>
                </a:cubicBezTo>
                <a:cubicBezTo>
                  <a:pt x="1568" y="59381"/>
                  <a:pt x="1731" y="59625"/>
                  <a:pt x="1772" y="59829"/>
                </a:cubicBezTo>
                <a:cubicBezTo>
                  <a:pt x="1874" y="60236"/>
                  <a:pt x="1894" y="60643"/>
                  <a:pt x="1894" y="61071"/>
                </a:cubicBezTo>
                <a:cubicBezTo>
                  <a:pt x="1874" y="65083"/>
                  <a:pt x="1874" y="69075"/>
                  <a:pt x="1813" y="73087"/>
                </a:cubicBezTo>
                <a:cubicBezTo>
                  <a:pt x="1751" y="76651"/>
                  <a:pt x="1426" y="80194"/>
                  <a:pt x="937" y="83738"/>
                </a:cubicBezTo>
                <a:cubicBezTo>
                  <a:pt x="326" y="88178"/>
                  <a:pt x="0" y="92658"/>
                  <a:pt x="183" y="97159"/>
                </a:cubicBezTo>
                <a:cubicBezTo>
                  <a:pt x="244" y="98788"/>
                  <a:pt x="509" y="100417"/>
                  <a:pt x="1303" y="101884"/>
                </a:cubicBezTo>
                <a:cubicBezTo>
                  <a:pt x="1967" y="103091"/>
                  <a:pt x="2910" y="103920"/>
                  <a:pt x="4366" y="103920"/>
                </a:cubicBezTo>
                <a:cubicBezTo>
                  <a:pt x="4384" y="103920"/>
                  <a:pt x="4402" y="103920"/>
                  <a:pt x="4419" y="103920"/>
                </a:cubicBezTo>
                <a:cubicBezTo>
                  <a:pt x="5478" y="103900"/>
                  <a:pt x="6293" y="103391"/>
                  <a:pt x="6924" y="102576"/>
                </a:cubicBezTo>
                <a:cubicBezTo>
                  <a:pt x="7739" y="101517"/>
                  <a:pt x="8167" y="100295"/>
                  <a:pt x="8268" y="99032"/>
                </a:cubicBezTo>
                <a:cubicBezTo>
                  <a:pt x="8431" y="97199"/>
                  <a:pt x="8574" y="95367"/>
                  <a:pt x="8513" y="93554"/>
                </a:cubicBezTo>
                <a:cubicBezTo>
                  <a:pt x="8431" y="90703"/>
                  <a:pt x="8248" y="87852"/>
                  <a:pt x="8004" y="85001"/>
                </a:cubicBezTo>
                <a:cubicBezTo>
                  <a:pt x="7800" y="82658"/>
                  <a:pt x="7352" y="80316"/>
                  <a:pt x="7169" y="77954"/>
                </a:cubicBezTo>
                <a:cubicBezTo>
                  <a:pt x="6965" y="75266"/>
                  <a:pt x="6884" y="72557"/>
                  <a:pt x="6843" y="69869"/>
                </a:cubicBezTo>
                <a:cubicBezTo>
                  <a:pt x="6782" y="66957"/>
                  <a:pt x="6802" y="64044"/>
                  <a:pt x="6802" y="61132"/>
                </a:cubicBezTo>
                <a:cubicBezTo>
                  <a:pt x="6802" y="60908"/>
                  <a:pt x="6802" y="60704"/>
                  <a:pt x="6823" y="60480"/>
                </a:cubicBezTo>
                <a:cubicBezTo>
                  <a:pt x="6843" y="59666"/>
                  <a:pt x="6863" y="59666"/>
                  <a:pt x="7596" y="59401"/>
                </a:cubicBezTo>
                <a:cubicBezTo>
                  <a:pt x="8492" y="59075"/>
                  <a:pt x="9002" y="58403"/>
                  <a:pt x="9348" y="57548"/>
                </a:cubicBezTo>
                <a:cubicBezTo>
                  <a:pt x="10183" y="55532"/>
                  <a:pt x="10305" y="53414"/>
                  <a:pt x="10427" y="51296"/>
                </a:cubicBezTo>
                <a:cubicBezTo>
                  <a:pt x="10916" y="42905"/>
                  <a:pt x="10651" y="34514"/>
                  <a:pt x="10529" y="26144"/>
                </a:cubicBezTo>
                <a:cubicBezTo>
                  <a:pt x="10468" y="22845"/>
                  <a:pt x="10305" y="19546"/>
                  <a:pt x="10020" y="16246"/>
                </a:cubicBezTo>
                <a:cubicBezTo>
                  <a:pt x="9796" y="13864"/>
                  <a:pt x="9307" y="11501"/>
                  <a:pt x="8879" y="9139"/>
                </a:cubicBezTo>
                <a:cubicBezTo>
                  <a:pt x="8492" y="7123"/>
                  <a:pt x="7882" y="5168"/>
                  <a:pt x="6884" y="3355"/>
                </a:cubicBezTo>
                <a:cubicBezTo>
                  <a:pt x="6415" y="2500"/>
                  <a:pt x="5804" y="1685"/>
                  <a:pt x="5132" y="932"/>
                </a:cubicBezTo>
                <a:cubicBezTo>
                  <a:pt x="4557" y="280"/>
                  <a:pt x="3835" y="1"/>
                  <a:pt x="303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8632102" y="3370894"/>
            <a:ext cx="910408" cy="3969783"/>
          </a:xfrm>
          <a:custGeom>
            <a:avLst/>
            <a:gdLst/>
            <a:ahLst/>
            <a:cxnLst/>
            <a:rect l="l" t="t" r="r" b="b"/>
            <a:pathLst>
              <a:path w="15805" h="69320" extrusionOk="0">
                <a:moveTo>
                  <a:pt x="7897" y="1"/>
                </a:moveTo>
                <a:cubicBezTo>
                  <a:pt x="7054" y="1"/>
                  <a:pt x="6217" y="309"/>
                  <a:pt x="5438" y="912"/>
                </a:cubicBezTo>
                <a:cubicBezTo>
                  <a:pt x="3605" y="2317"/>
                  <a:pt x="2607" y="4252"/>
                  <a:pt x="1793" y="6329"/>
                </a:cubicBezTo>
                <a:cubicBezTo>
                  <a:pt x="591" y="9465"/>
                  <a:pt x="1" y="12683"/>
                  <a:pt x="367" y="16043"/>
                </a:cubicBezTo>
                <a:cubicBezTo>
                  <a:pt x="510" y="17530"/>
                  <a:pt x="958" y="18935"/>
                  <a:pt x="1813" y="20178"/>
                </a:cubicBezTo>
                <a:cubicBezTo>
                  <a:pt x="2648" y="21379"/>
                  <a:pt x="3748" y="22194"/>
                  <a:pt x="5112" y="22642"/>
                </a:cubicBezTo>
                <a:cubicBezTo>
                  <a:pt x="5846" y="22866"/>
                  <a:pt x="6314" y="23314"/>
                  <a:pt x="6456" y="24027"/>
                </a:cubicBezTo>
                <a:cubicBezTo>
                  <a:pt x="6619" y="24760"/>
                  <a:pt x="6721" y="25534"/>
                  <a:pt x="6742" y="26287"/>
                </a:cubicBezTo>
                <a:cubicBezTo>
                  <a:pt x="6803" y="27815"/>
                  <a:pt x="6762" y="29342"/>
                  <a:pt x="6762" y="30870"/>
                </a:cubicBezTo>
                <a:cubicBezTo>
                  <a:pt x="6762" y="33293"/>
                  <a:pt x="6843" y="35717"/>
                  <a:pt x="6701" y="38140"/>
                </a:cubicBezTo>
                <a:cubicBezTo>
                  <a:pt x="6497" y="41663"/>
                  <a:pt x="6151" y="45186"/>
                  <a:pt x="5866" y="48710"/>
                </a:cubicBezTo>
                <a:cubicBezTo>
                  <a:pt x="5744" y="50074"/>
                  <a:pt x="5560" y="51439"/>
                  <a:pt x="5438" y="52824"/>
                </a:cubicBezTo>
                <a:cubicBezTo>
                  <a:pt x="5214" y="55451"/>
                  <a:pt x="4929" y="58078"/>
                  <a:pt x="4807" y="60705"/>
                </a:cubicBezTo>
                <a:cubicBezTo>
                  <a:pt x="4685" y="63128"/>
                  <a:pt x="4522" y="65552"/>
                  <a:pt x="5051" y="67955"/>
                </a:cubicBezTo>
                <a:cubicBezTo>
                  <a:pt x="5153" y="68424"/>
                  <a:pt x="5296" y="68872"/>
                  <a:pt x="5459" y="69320"/>
                </a:cubicBezTo>
                <a:lnTo>
                  <a:pt x="10326" y="69320"/>
                </a:lnTo>
                <a:cubicBezTo>
                  <a:pt x="10693" y="68444"/>
                  <a:pt x="10876" y="67487"/>
                  <a:pt x="10896" y="66530"/>
                </a:cubicBezTo>
                <a:cubicBezTo>
                  <a:pt x="11120" y="61316"/>
                  <a:pt x="10733" y="56367"/>
                  <a:pt x="10143" y="51174"/>
                </a:cubicBezTo>
                <a:cubicBezTo>
                  <a:pt x="9511" y="45655"/>
                  <a:pt x="8900" y="40115"/>
                  <a:pt x="8961" y="34535"/>
                </a:cubicBezTo>
                <a:cubicBezTo>
                  <a:pt x="8982" y="31766"/>
                  <a:pt x="8941" y="28976"/>
                  <a:pt x="8982" y="26206"/>
                </a:cubicBezTo>
                <a:cubicBezTo>
                  <a:pt x="9002" y="25412"/>
                  <a:pt x="9165" y="24597"/>
                  <a:pt x="9348" y="23823"/>
                </a:cubicBezTo>
                <a:cubicBezTo>
                  <a:pt x="9471" y="23314"/>
                  <a:pt x="9817" y="22907"/>
                  <a:pt x="10367" y="22723"/>
                </a:cubicBezTo>
                <a:cubicBezTo>
                  <a:pt x="13157" y="21848"/>
                  <a:pt x="14643" y="19811"/>
                  <a:pt x="15214" y="17062"/>
                </a:cubicBezTo>
                <a:cubicBezTo>
                  <a:pt x="15804" y="14149"/>
                  <a:pt x="15397" y="11298"/>
                  <a:pt x="14643" y="8488"/>
                </a:cubicBezTo>
                <a:cubicBezTo>
                  <a:pt x="14134" y="6553"/>
                  <a:pt x="13381" y="4700"/>
                  <a:pt x="12261" y="3030"/>
                </a:cubicBezTo>
                <a:cubicBezTo>
                  <a:pt x="11650" y="2134"/>
                  <a:pt x="10957" y="1299"/>
                  <a:pt x="10041" y="688"/>
                </a:cubicBezTo>
                <a:cubicBezTo>
                  <a:pt x="9345" y="227"/>
                  <a:pt x="8619" y="1"/>
                  <a:pt x="78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8"/>
          <p:cNvSpPr txBox="1">
            <a:spLocks noGrp="1"/>
          </p:cNvSpPr>
          <p:nvPr>
            <p:ph type="title"/>
          </p:nvPr>
        </p:nvSpPr>
        <p:spPr>
          <a:xfrm>
            <a:off x="2562900" y="1299000"/>
            <a:ext cx="4018200" cy="25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4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5958395" y="-1313423"/>
            <a:ext cx="5459295" cy="5943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120" name="Google Shape;120;p14"/>
          <p:cNvSpPr/>
          <p:nvPr/>
        </p:nvSpPr>
        <p:spPr>
          <a:xfrm flipH="1">
            <a:off x="6686346" y="-3885461"/>
            <a:ext cx="1638279" cy="7853332"/>
          </a:xfrm>
          <a:custGeom>
            <a:avLst/>
            <a:gdLst/>
            <a:ahLst/>
            <a:cxnLst/>
            <a:rect l="l" t="t" r="r" b="b"/>
            <a:pathLst>
              <a:path w="16966" h="81329" extrusionOk="0">
                <a:moveTo>
                  <a:pt x="8539" y="1"/>
                </a:moveTo>
                <a:cubicBezTo>
                  <a:pt x="7826" y="1"/>
                  <a:pt x="7110" y="352"/>
                  <a:pt x="6559" y="1047"/>
                </a:cubicBezTo>
                <a:cubicBezTo>
                  <a:pt x="5866" y="1923"/>
                  <a:pt x="5479" y="2961"/>
                  <a:pt x="5357" y="4041"/>
                </a:cubicBezTo>
                <a:cubicBezTo>
                  <a:pt x="5194" y="5649"/>
                  <a:pt x="5031" y="7279"/>
                  <a:pt x="5051" y="8888"/>
                </a:cubicBezTo>
                <a:cubicBezTo>
                  <a:pt x="5113" y="11576"/>
                  <a:pt x="5235" y="14284"/>
                  <a:pt x="5459" y="16973"/>
                </a:cubicBezTo>
                <a:cubicBezTo>
                  <a:pt x="5703" y="20007"/>
                  <a:pt x="6131" y="23042"/>
                  <a:pt x="6436" y="26076"/>
                </a:cubicBezTo>
                <a:cubicBezTo>
                  <a:pt x="6721" y="28866"/>
                  <a:pt x="7068" y="31656"/>
                  <a:pt x="7149" y="34446"/>
                </a:cubicBezTo>
                <a:cubicBezTo>
                  <a:pt x="7292" y="40454"/>
                  <a:pt x="7292" y="46462"/>
                  <a:pt x="7312" y="52470"/>
                </a:cubicBezTo>
                <a:cubicBezTo>
                  <a:pt x="7312" y="53203"/>
                  <a:pt x="7149" y="53977"/>
                  <a:pt x="6986" y="54710"/>
                </a:cubicBezTo>
                <a:cubicBezTo>
                  <a:pt x="6803" y="55484"/>
                  <a:pt x="6314" y="55973"/>
                  <a:pt x="5520" y="56237"/>
                </a:cubicBezTo>
                <a:cubicBezTo>
                  <a:pt x="2750" y="57154"/>
                  <a:pt x="1223" y="59211"/>
                  <a:pt x="530" y="61940"/>
                </a:cubicBezTo>
                <a:cubicBezTo>
                  <a:pt x="1" y="63956"/>
                  <a:pt x="21" y="65993"/>
                  <a:pt x="266" y="68049"/>
                </a:cubicBezTo>
                <a:cubicBezTo>
                  <a:pt x="673" y="71288"/>
                  <a:pt x="1569" y="74363"/>
                  <a:pt x="3198" y="77214"/>
                </a:cubicBezTo>
                <a:cubicBezTo>
                  <a:pt x="3911" y="78436"/>
                  <a:pt x="4766" y="79536"/>
                  <a:pt x="5927" y="80391"/>
                </a:cubicBezTo>
                <a:cubicBezTo>
                  <a:pt x="6746" y="80992"/>
                  <a:pt x="7613" y="81328"/>
                  <a:pt x="8524" y="81328"/>
                </a:cubicBezTo>
                <a:cubicBezTo>
                  <a:pt x="9062" y="81328"/>
                  <a:pt x="9616" y="81211"/>
                  <a:pt x="10184" y="80961"/>
                </a:cubicBezTo>
                <a:cubicBezTo>
                  <a:pt x="11080" y="80554"/>
                  <a:pt x="11792" y="79923"/>
                  <a:pt x="12424" y="79189"/>
                </a:cubicBezTo>
                <a:cubicBezTo>
                  <a:pt x="14888" y="76318"/>
                  <a:pt x="15967" y="72856"/>
                  <a:pt x="16619" y="69231"/>
                </a:cubicBezTo>
                <a:cubicBezTo>
                  <a:pt x="16843" y="68029"/>
                  <a:pt x="16904" y="66807"/>
                  <a:pt x="16965" y="66115"/>
                </a:cubicBezTo>
                <a:cubicBezTo>
                  <a:pt x="16945" y="63488"/>
                  <a:pt x="16680" y="61451"/>
                  <a:pt x="15621" y="59577"/>
                </a:cubicBezTo>
                <a:cubicBezTo>
                  <a:pt x="14684" y="57948"/>
                  <a:pt x="13340" y="56808"/>
                  <a:pt x="11548" y="56237"/>
                </a:cubicBezTo>
                <a:cubicBezTo>
                  <a:pt x="10733" y="55993"/>
                  <a:pt x="10265" y="55464"/>
                  <a:pt x="10082" y="54710"/>
                </a:cubicBezTo>
                <a:cubicBezTo>
                  <a:pt x="9919" y="54058"/>
                  <a:pt x="9776" y="53386"/>
                  <a:pt x="9776" y="52714"/>
                </a:cubicBezTo>
                <a:cubicBezTo>
                  <a:pt x="9736" y="47684"/>
                  <a:pt x="9715" y="42654"/>
                  <a:pt x="9776" y="37623"/>
                </a:cubicBezTo>
                <a:cubicBezTo>
                  <a:pt x="9817" y="33896"/>
                  <a:pt x="10143" y="30170"/>
                  <a:pt x="10591" y="26463"/>
                </a:cubicBezTo>
                <a:cubicBezTo>
                  <a:pt x="10957" y="23306"/>
                  <a:pt x="11365" y="20170"/>
                  <a:pt x="11609" y="16993"/>
                </a:cubicBezTo>
                <a:cubicBezTo>
                  <a:pt x="11833" y="13979"/>
                  <a:pt x="11915" y="10965"/>
                  <a:pt x="11996" y="7930"/>
                </a:cubicBezTo>
                <a:cubicBezTo>
                  <a:pt x="12057" y="6179"/>
                  <a:pt x="11976" y="4387"/>
                  <a:pt x="11365" y="2717"/>
                </a:cubicBezTo>
                <a:cubicBezTo>
                  <a:pt x="11161" y="2126"/>
                  <a:pt x="10876" y="1536"/>
                  <a:pt x="10489" y="1047"/>
                </a:cubicBezTo>
                <a:cubicBezTo>
                  <a:pt x="9951" y="347"/>
                  <a:pt x="9247" y="1"/>
                  <a:pt x="85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4"/>
          <p:cNvSpPr txBox="1">
            <a:spLocks noGrp="1"/>
          </p:cNvSpPr>
          <p:nvPr>
            <p:ph type="title" hasCustomPrompt="1"/>
          </p:nvPr>
        </p:nvSpPr>
        <p:spPr>
          <a:xfrm flipH="1">
            <a:off x="6686375" y="1844525"/>
            <a:ext cx="1744500" cy="1346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Fjalla One"/>
              <a:buNone/>
              <a:defRPr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Fjalla One"/>
              <a:buNone/>
              <a:defRPr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Fjalla One"/>
              <a:buNone/>
              <a:defRPr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Fjalla One"/>
              <a:buNone/>
              <a:defRPr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Fjalla One"/>
              <a:buNone/>
              <a:defRPr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Fjalla One"/>
              <a:buNone/>
              <a:defRPr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Fjalla One"/>
              <a:buNone/>
              <a:defRPr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Fjalla One"/>
              <a:buNone/>
              <a:defRPr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14"/>
          <p:cNvSpPr txBox="1">
            <a:spLocks noGrp="1"/>
          </p:cNvSpPr>
          <p:nvPr>
            <p:ph type="title" idx="2"/>
          </p:nvPr>
        </p:nvSpPr>
        <p:spPr>
          <a:xfrm>
            <a:off x="713225" y="1263575"/>
            <a:ext cx="4910400" cy="25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500"/>
              <a:buFont typeface="Fjalla One"/>
              <a:buNone/>
              <a:defRPr sz="5500">
                <a:solidFill>
                  <a:schemeClr val="accent4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500"/>
              <a:buFont typeface="Fjalla One"/>
              <a:buNone/>
              <a:defRPr sz="5500">
                <a:solidFill>
                  <a:schemeClr val="accent4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500"/>
              <a:buFont typeface="Fjalla One"/>
              <a:buNone/>
              <a:defRPr sz="5500">
                <a:solidFill>
                  <a:schemeClr val="accent4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500"/>
              <a:buFont typeface="Fjalla One"/>
              <a:buNone/>
              <a:defRPr sz="5500">
                <a:solidFill>
                  <a:schemeClr val="accent4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500"/>
              <a:buFont typeface="Fjalla One"/>
              <a:buNone/>
              <a:defRPr sz="5500">
                <a:solidFill>
                  <a:schemeClr val="accent4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500"/>
              <a:buFont typeface="Fjalla One"/>
              <a:buNone/>
              <a:defRPr sz="5500">
                <a:solidFill>
                  <a:schemeClr val="accent4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500"/>
              <a:buFont typeface="Fjalla One"/>
              <a:buNone/>
              <a:defRPr sz="5500">
                <a:solidFill>
                  <a:schemeClr val="accent4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500"/>
              <a:buFont typeface="Fjalla One"/>
              <a:buNone/>
              <a:defRPr sz="5500">
                <a:solidFill>
                  <a:schemeClr val="accent4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 flipH="1">
            <a:off x="-295278" y="-3220974"/>
            <a:ext cx="1384319" cy="9121801"/>
            <a:chOff x="8039097" y="-3411474"/>
            <a:chExt cx="1384319" cy="9121801"/>
          </a:xfrm>
        </p:grpSpPr>
        <p:sp>
          <p:nvSpPr>
            <p:cNvPr id="124" name="Google Shape;124;p14"/>
            <p:cNvSpPr/>
            <p:nvPr/>
          </p:nvSpPr>
          <p:spPr>
            <a:xfrm flipH="1">
              <a:off x="8306920" y="-2069054"/>
              <a:ext cx="834176" cy="3998744"/>
            </a:xfrm>
            <a:custGeom>
              <a:avLst/>
              <a:gdLst/>
              <a:ahLst/>
              <a:cxnLst/>
              <a:rect l="l" t="t" r="r" b="b"/>
              <a:pathLst>
                <a:path w="16966" h="81329" extrusionOk="0">
                  <a:moveTo>
                    <a:pt x="8539" y="1"/>
                  </a:moveTo>
                  <a:cubicBezTo>
                    <a:pt x="7826" y="1"/>
                    <a:pt x="7110" y="352"/>
                    <a:pt x="6559" y="1047"/>
                  </a:cubicBezTo>
                  <a:cubicBezTo>
                    <a:pt x="5866" y="1923"/>
                    <a:pt x="5479" y="2961"/>
                    <a:pt x="5357" y="4041"/>
                  </a:cubicBezTo>
                  <a:cubicBezTo>
                    <a:pt x="5194" y="5649"/>
                    <a:pt x="5031" y="7279"/>
                    <a:pt x="5051" y="8888"/>
                  </a:cubicBezTo>
                  <a:cubicBezTo>
                    <a:pt x="5113" y="11576"/>
                    <a:pt x="5235" y="14284"/>
                    <a:pt x="5459" y="16973"/>
                  </a:cubicBezTo>
                  <a:cubicBezTo>
                    <a:pt x="5703" y="20007"/>
                    <a:pt x="6131" y="23042"/>
                    <a:pt x="6436" y="26076"/>
                  </a:cubicBezTo>
                  <a:cubicBezTo>
                    <a:pt x="6721" y="28866"/>
                    <a:pt x="7068" y="31656"/>
                    <a:pt x="7149" y="34446"/>
                  </a:cubicBezTo>
                  <a:cubicBezTo>
                    <a:pt x="7292" y="40454"/>
                    <a:pt x="7292" y="46462"/>
                    <a:pt x="7312" y="52470"/>
                  </a:cubicBezTo>
                  <a:cubicBezTo>
                    <a:pt x="7312" y="53203"/>
                    <a:pt x="7149" y="53977"/>
                    <a:pt x="6986" y="54710"/>
                  </a:cubicBezTo>
                  <a:cubicBezTo>
                    <a:pt x="6803" y="55484"/>
                    <a:pt x="6314" y="55973"/>
                    <a:pt x="5520" y="56237"/>
                  </a:cubicBezTo>
                  <a:cubicBezTo>
                    <a:pt x="2750" y="57154"/>
                    <a:pt x="1223" y="59211"/>
                    <a:pt x="530" y="61940"/>
                  </a:cubicBezTo>
                  <a:cubicBezTo>
                    <a:pt x="1" y="63956"/>
                    <a:pt x="21" y="65993"/>
                    <a:pt x="266" y="68049"/>
                  </a:cubicBezTo>
                  <a:cubicBezTo>
                    <a:pt x="673" y="71288"/>
                    <a:pt x="1569" y="74363"/>
                    <a:pt x="3198" y="77214"/>
                  </a:cubicBezTo>
                  <a:cubicBezTo>
                    <a:pt x="3911" y="78436"/>
                    <a:pt x="4766" y="79536"/>
                    <a:pt x="5927" y="80391"/>
                  </a:cubicBezTo>
                  <a:cubicBezTo>
                    <a:pt x="6746" y="80992"/>
                    <a:pt x="7613" y="81328"/>
                    <a:pt x="8524" y="81328"/>
                  </a:cubicBezTo>
                  <a:cubicBezTo>
                    <a:pt x="9062" y="81328"/>
                    <a:pt x="9616" y="81211"/>
                    <a:pt x="10184" y="80961"/>
                  </a:cubicBezTo>
                  <a:cubicBezTo>
                    <a:pt x="11080" y="80554"/>
                    <a:pt x="11792" y="79923"/>
                    <a:pt x="12424" y="79189"/>
                  </a:cubicBezTo>
                  <a:cubicBezTo>
                    <a:pt x="14888" y="76318"/>
                    <a:pt x="15967" y="72856"/>
                    <a:pt x="16619" y="69231"/>
                  </a:cubicBezTo>
                  <a:cubicBezTo>
                    <a:pt x="16843" y="68029"/>
                    <a:pt x="16904" y="66807"/>
                    <a:pt x="16965" y="66115"/>
                  </a:cubicBezTo>
                  <a:cubicBezTo>
                    <a:pt x="16945" y="63488"/>
                    <a:pt x="16680" y="61451"/>
                    <a:pt x="15621" y="59577"/>
                  </a:cubicBezTo>
                  <a:cubicBezTo>
                    <a:pt x="14684" y="57948"/>
                    <a:pt x="13340" y="56808"/>
                    <a:pt x="11548" y="56237"/>
                  </a:cubicBezTo>
                  <a:cubicBezTo>
                    <a:pt x="10733" y="55993"/>
                    <a:pt x="10265" y="55464"/>
                    <a:pt x="10082" y="54710"/>
                  </a:cubicBezTo>
                  <a:cubicBezTo>
                    <a:pt x="9919" y="54058"/>
                    <a:pt x="9776" y="53386"/>
                    <a:pt x="9776" y="52714"/>
                  </a:cubicBezTo>
                  <a:cubicBezTo>
                    <a:pt x="9736" y="47684"/>
                    <a:pt x="9715" y="42654"/>
                    <a:pt x="9776" y="37623"/>
                  </a:cubicBezTo>
                  <a:cubicBezTo>
                    <a:pt x="9817" y="33896"/>
                    <a:pt x="10143" y="30170"/>
                    <a:pt x="10591" y="26463"/>
                  </a:cubicBezTo>
                  <a:cubicBezTo>
                    <a:pt x="10957" y="23306"/>
                    <a:pt x="11365" y="20170"/>
                    <a:pt x="11609" y="16993"/>
                  </a:cubicBezTo>
                  <a:cubicBezTo>
                    <a:pt x="11833" y="13979"/>
                    <a:pt x="11915" y="10965"/>
                    <a:pt x="11996" y="7930"/>
                  </a:cubicBezTo>
                  <a:cubicBezTo>
                    <a:pt x="12057" y="6179"/>
                    <a:pt x="11976" y="4387"/>
                    <a:pt x="11365" y="2717"/>
                  </a:cubicBezTo>
                  <a:cubicBezTo>
                    <a:pt x="11161" y="2126"/>
                    <a:pt x="10876" y="1536"/>
                    <a:pt x="10489" y="1047"/>
                  </a:cubicBezTo>
                  <a:cubicBezTo>
                    <a:pt x="9951" y="347"/>
                    <a:pt x="9247" y="1"/>
                    <a:pt x="85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8806560" y="-3411474"/>
              <a:ext cx="616855" cy="3815103"/>
            </a:xfrm>
            <a:custGeom>
              <a:avLst/>
              <a:gdLst/>
              <a:ahLst/>
              <a:cxnLst/>
              <a:rect l="l" t="t" r="r" b="b"/>
              <a:pathLst>
                <a:path w="12546" h="77594" extrusionOk="0">
                  <a:moveTo>
                    <a:pt x="4703" y="0"/>
                  </a:moveTo>
                  <a:cubicBezTo>
                    <a:pt x="4690" y="0"/>
                    <a:pt x="4677" y="0"/>
                    <a:pt x="4664" y="1"/>
                  </a:cubicBezTo>
                  <a:cubicBezTo>
                    <a:pt x="4257" y="21"/>
                    <a:pt x="3992" y="245"/>
                    <a:pt x="3952" y="653"/>
                  </a:cubicBezTo>
                  <a:cubicBezTo>
                    <a:pt x="3911" y="1264"/>
                    <a:pt x="3911" y="1854"/>
                    <a:pt x="3890" y="2465"/>
                  </a:cubicBezTo>
                  <a:cubicBezTo>
                    <a:pt x="3829" y="5296"/>
                    <a:pt x="3768" y="8127"/>
                    <a:pt x="3687" y="10958"/>
                  </a:cubicBezTo>
                  <a:cubicBezTo>
                    <a:pt x="3646" y="13198"/>
                    <a:pt x="3585" y="15438"/>
                    <a:pt x="3524" y="17658"/>
                  </a:cubicBezTo>
                  <a:cubicBezTo>
                    <a:pt x="3524" y="17780"/>
                    <a:pt x="3544" y="17963"/>
                    <a:pt x="3483" y="18025"/>
                  </a:cubicBezTo>
                  <a:cubicBezTo>
                    <a:pt x="3300" y="18187"/>
                    <a:pt x="3076" y="18391"/>
                    <a:pt x="2872" y="18411"/>
                  </a:cubicBezTo>
                  <a:cubicBezTo>
                    <a:pt x="2709" y="18411"/>
                    <a:pt x="2485" y="18167"/>
                    <a:pt x="2363" y="17984"/>
                  </a:cubicBezTo>
                  <a:cubicBezTo>
                    <a:pt x="2282" y="17882"/>
                    <a:pt x="2322" y="17760"/>
                    <a:pt x="2322" y="17597"/>
                  </a:cubicBezTo>
                  <a:cubicBezTo>
                    <a:pt x="2322" y="12057"/>
                    <a:pt x="2241" y="6538"/>
                    <a:pt x="2200" y="999"/>
                  </a:cubicBezTo>
                  <a:cubicBezTo>
                    <a:pt x="2200" y="734"/>
                    <a:pt x="2078" y="347"/>
                    <a:pt x="1874" y="184"/>
                  </a:cubicBezTo>
                  <a:cubicBezTo>
                    <a:pt x="1739" y="67"/>
                    <a:pt x="1589" y="14"/>
                    <a:pt x="1443" y="14"/>
                  </a:cubicBezTo>
                  <a:cubicBezTo>
                    <a:pt x="1083" y="14"/>
                    <a:pt x="748" y="337"/>
                    <a:pt x="734" y="816"/>
                  </a:cubicBezTo>
                  <a:cubicBezTo>
                    <a:pt x="652" y="2099"/>
                    <a:pt x="612" y="3361"/>
                    <a:pt x="551" y="4644"/>
                  </a:cubicBezTo>
                  <a:cubicBezTo>
                    <a:pt x="388" y="8921"/>
                    <a:pt x="164" y="13198"/>
                    <a:pt x="41" y="17495"/>
                  </a:cubicBezTo>
                  <a:cubicBezTo>
                    <a:pt x="1" y="19063"/>
                    <a:pt x="41" y="20672"/>
                    <a:pt x="204" y="22240"/>
                  </a:cubicBezTo>
                  <a:cubicBezTo>
                    <a:pt x="388" y="23910"/>
                    <a:pt x="1080" y="25417"/>
                    <a:pt x="2200" y="26680"/>
                  </a:cubicBezTo>
                  <a:cubicBezTo>
                    <a:pt x="2567" y="27087"/>
                    <a:pt x="2974" y="27535"/>
                    <a:pt x="3442" y="27780"/>
                  </a:cubicBezTo>
                  <a:cubicBezTo>
                    <a:pt x="4461" y="28289"/>
                    <a:pt x="4787" y="29185"/>
                    <a:pt x="4888" y="30183"/>
                  </a:cubicBezTo>
                  <a:cubicBezTo>
                    <a:pt x="5011" y="31303"/>
                    <a:pt x="5011" y="32423"/>
                    <a:pt x="5031" y="33543"/>
                  </a:cubicBezTo>
                  <a:cubicBezTo>
                    <a:pt x="5031" y="35681"/>
                    <a:pt x="5051" y="37840"/>
                    <a:pt x="5011" y="39979"/>
                  </a:cubicBezTo>
                  <a:cubicBezTo>
                    <a:pt x="4970" y="42911"/>
                    <a:pt x="4970" y="45864"/>
                    <a:pt x="4766" y="48797"/>
                  </a:cubicBezTo>
                  <a:cubicBezTo>
                    <a:pt x="4583" y="51424"/>
                    <a:pt x="4196" y="54031"/>
                    <a:pt x="3829" y="56638"/>
                  </a:cubicBezTo>
                  <a:cubicBezTo>
                    <a:pt x="3218" y="60874"/>
                    <a:pt x="2811" y="65130"/>
                    <a:pt x="2831" y="69427"/>
                  </a:cubicBezTo>
                  <a:cubicBezTo>
                    <a:pt x="2831" y="71158"/>
                    <a:pt x="2811" y="72910"/>
                    <a:pt x="3341" y="74600"/>
                  </a:cubicBezTo>
                  <a:cubicBezTo>
                    <a:pt x="3544" y="75252"/>
                    <a:pt x="3829" y="75903"/>
                    <a:pt x="4216" y="76453"/>
                  </a:cubicBezTo>
                  <a:cubicBezTo>
                    <a:pt x="4746" y="77217"/>
                    <a:pt x="5469" y="77594"/>
                    <a:pt x="6197" y="77594"/>
                  </a:cubicBezTo>
                  <a:cubicBezTo>
                    <a:pt x="6925" y="77594"/>
                    <a:pt x="7658" y="77217"/>
                    <a:pt x="8208" y="76474"/>
                  </a:cubicBezTo>
                  <a:cubicBezTo>
                    <a:pt x="8880" y="75557"/>
                    <a:pt x="9226" y="74518"/>
                    <a:pt x="9328" y="73419"/>
                  </a:cubicBezTo>
                  <a:cubicBezTo>
                    <a:pt x="9471" y="71728"/>
                    <a:pt x="9572" y="70018"/>
                    <a:pt x="9572" y="68307"/>
                  </a:cubicBezTo>
                  <a:cubicBezTo>
                    <a:pt x="9552" y="63664"/>
                    <a:pt x="8941" y="59081"/>
                    <a:pt x="8269" y="54499"/>
                  </a:cubicBezTo>
                  <a:cubicBezTo>
                    <a:pt x="7699" y="50691"/>
                    <a:pt x="7393" y="46842"/>
                    <a:pt x="7393" y="42993"/>
                  </a:cubicBezTo>
                  <a:cubicBezTo>
                    <a:pt x="7393" y="39225"/>
                    <a:pt x="7373" y="35457"/>
                    <a:pt x="7414" y="31710"/>
                  </a:cubicBezTo>
                  <a:cubicBezTo>
                    <a:pt x="7414" y="30855"/>
                    <a:pt x="7597" y="29999"/>
                    <a:pt x="7780" y="29164"/>
                  </a:cubicBezTo>
                  <a:cubicBezTo>
                    <a:pt x="7882" y="28615"/>
                    <a:pt x="8249" y="28228"/>
                    <a:pt x="8738" y="27922"/>
                  </a:cubicBezTo>
                  <a:cubicBezTo>
                    <a:pt x="10652" y="26741"/>
                    <a:pt x="11609" y="24888"/>
                    <a:pt x="12118" y="22770"/>
                  </a:cubicBezTo>
                  <a:cubicBezTo>
                    <a:pt x="12546" y="20998"/>
                    <a:pt x="12403" y="19185"/>
                    <a:pt x="12383" y="17393"/>
                  </a:cubicBezTo>
                  <a:cubicBezTo>
                    <a:pt x="12342" y="15784"/>
                    <a:pt x="12261" y="14175"/>
                    <a:pt x="12200" y="12587"/>
                  </a:cubicBezTo>
                  <a:cubicBezTo>
                    <a:pt x="12037" y="9267"/>
                    <a:pt x="11894" y="5968"/>
                    <a:pt x="11731" y="2649"/>
                  </a:cubicBezTo>
                  <a:cubicBezTo>
                    <a:pt x="11711" y="2038"/>
                    <a:pt x="11711" y="1427"/>
                    <a:pt x="11670" y="816"/>
                  </a:cubicBezTo>
                  <a:cubicBezTo>
                    <a:pt x="11650" y="307"/>
                    <a:pt x="11344" y="1"/>
                    <a:pt x="10917" y="1"/>
                  </a:cubicBezTo>
                  <a:cubicBezTo>
                    <a:pt x="10469" y="1"/>
                    <a:pt x="10183" y="327"/>
                    <a:pt x="10183" y="836"/>
                  </a:cubicBezTo>
                  <a:cubicBezTo>
                    <a:pt x="10143" y="6396"/>
                    <a:pt x="10122" y="11935"/>
                    <a:pt x="10082" y="17495"/>
                  </a:cubicBezTo>
                  <a:cubicBezTo>
                    <a:pt x="10082" y="17597"/>
                    <a:pt x="10082" y="17719"/>
                    <a:pt x="10082" y="17821"/>
                  </a:cubicBezTo>
                  <a:cubicBezTo>
                    <a:pt x="10023" y="18212"/>
                    <a:pt x="9795" y="18453"/>
                    <a:pt x="9470" y="18453"/>
                  </a:cubicBezTo>
                  <a:cubicBezTo>
                    <a:pt x="9457" y="18453"/>
                    <a:pt x="9443" y="18453"/>
                    <a:pt x="9430" y="18452"/>
                  </a:cubicBezTo>
                  <a:cubicBezTo>
                    <a:pt x="9023" y="18411"/>
                    <a:pt x="8880" y="18126"/>
                    <a:pt x="8880" y="17780"/>
                  </a:cubicBezTo>
                  <a:cubicBezTo>
                    <a:pt x="8839" y="16741"/>
                    <a:pt x="8819" y="15703"/>
                    <a:pt x="8799" y="14685"/>
                  </a:cubicBezTo>
                  <a:cubicBezTo>
                    <a:pt x="8697" y="10265"/>
                    <a:pt x="8595" y="5866"/>
                    <a:pt x="8493" y="1447"/>
                  </a:cubicBezTo>
                  <a:cubicBezTo>
                    <a:pt x="8493" y="1223"/>
                    <a:pt x="8493" y="979"/>
                    <a:pt x="8473" y="755"/>
                  </a:cubicBezTo>
                  <a:cubicBezTo>
                    <a:pt x="8412" y="286"/>
                    <a:pt x="8106" y="1"/>
                    <a:pt x="7699" y="1"/>
                  </a:cubicBezTo>
                  <a:cubicBezTo>
                    <a:pt x="7271" y="21"/>
                    <a:pt x="6986" y="327"/>
                    <a:pt x="6966" y="816"/>
                  </a:cubicBezTo>
                  <a:cubicBezTo>
                    <a:pt x="6945" y="1752"/>
                    <a:pt x="6945" y="2710"/>
                    <a:pt x="6945" y="3667"/>
                  </a:cubicBezTo>
                  <a:cubicBezTo>
                    <a:pt x="6925" y="8310"/>
                    <a:pt x="6905" y="12954"/>
                    <a:pt x="6884" y="17597"/>
                  </a:cubicBezTo>
                  <a:cubicBezTo>
                    <a:pt x="6884" y="17963"/>
                    <a:pt x="6864" y="18289"/>
                    <a:pt x="6457" y="18432"/>
                  </a:cubicBezTo>
                  <a:cubicBezTo>
                    <a:pt x="6361" y="18461"/>
                    <a:pt x="6270" y="18475"/>
                    <a:pt x="6184" y="18475"/>
                  </a:cubicBezTo>
                  <a:cubicBezTo>
                    <a:pt x="5793" y="18475"/>
                    <a:pt x="5520" y="18183"/>
                    <a:pt x="5520" y="17699"/>
                  </a:cubicBezTo>
                  <a:cubicBezTo>
                    <a:pt x="5499" y="15418"/>
                    <a:pt x="5479" y="13137"/>
                    <a:pt x="5479" y="10856"/>
                  </a:cubicBezTo>
                  <a:cubicBezTo>
                    <a:pt x="5459" y="7577"/>
                    <a:pt x="5459" y="4319"/>
                    <a:pt x="5438" y="1040"/>
                  </a:cubicBezTo>
                  <a:cubicBezTo>
                    <a:pt x="5438" y="917"/>
                    <a:pt x="5459" y="795"/>
                    <a:pt x="5438" y="673"/>
                  </a:cubicBezTo>
                  <a:cubicBezTo>
                    <a:pt x="5379" y="280"/>
                    <a:pt x="5073" y="0"/>
                    <a:pt x="47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8039097" y="2062724"/>
              <a:ext cx="710586" cy="3647603"/>
            </a:xfrm>
            <a:custGeom>
              <a:avLst/>
              <a:gdLst/>
              <a:ahLst/>
              <a:cxnLst/>
              <a:rect l="l" t="t" r="r" b="b"/>
              <a:pathLst>
                <a:path w="11243" h="66950" extrusionOk="0">
                  <a:moveTo>
                    <a:pt x="5471" y="0"/>
                  </a:moveTo>
                  <a:cubicBezTo>
                    <a:pt x="4786" y="0"/>
                    <a:pt x="4096" y="352"/>
                    <a:pt x="3585" y="1047"/>
                  </a:cubicBezTo>
                  <a:cubicBezTo>
                    <a:pt x="2974" y="1882"/>
                    <a:pt x="2648" y="2880"/>
                    <a:pt x="2546" y="3898"/>
                  </a:cubicBezTo>
                  <a:cubicBezTo>
                    <a:pt x="2403" y="5466"/>
                    <a:pt x="2322" y="7075"/>
                    <a:pt x="2322" y="8663"/>
                  </a:cubicBezTo>
                  <a:cubicBezTo>
                    <a:pt x="2322" y="12981"/>
                    <a:pt x="2892" y="17237"/>
                    <a:pt x="3544" y="21514"/>
                  </a:cubicBezTo>
                  <a:cubicBezTo>
                    <a:pt x="4053" y="25058"/>
                    <a:pt x="4358" y="28642"/>
                    <a:pt x="4338" y="32247"/>
                  </a:cubicBezTo>
                  <a:cubicBezTo>
                    <a:pt x="4338" y="35750"/>
                    <a:pt x="4358" y="39253"/>
                    <a:pt x="4338" y="42755"/>
                  </a:cubicBezTo>
                  <a:cubicBezTo>
                    <a:pt x="4318" y="43550"/>
                    <a:pt x="4155" y="44344"/>
                    <a:pt x="3992" y="45118"/>
                  </a:cubicBezTo>
                  <a:cubicBezTo>
                    <a:pt x="3890" y="45627"/>
                    <a:pt x="3564" y="45973"/>
                    <a:pt x="3096" y="46279"/>
                  </a:cubicBezTo>
                  <a:cubicBezTo>
                    <a:pt x="1385" y="47338"/>
                    <a:pt x="489" y="48967"/>
                    <a:pt x="0" y="50840"/>
                  </a:cubicBezTo>
                  <a:lnTo>
                    <a:pt x="0" y="63325"/>
                  </a:lnTo>
                  <a:cubicBezTo>
                    <a:pt x="61" y="64546"/>
                    <a:pt x="102" y="65748"/>
                    <a:pt x="163" y="66950"/>
                  </a:cubicBezTo>
                  <a:lnTo>
                    <a:pt x="1772" y="66950"/>
                  </a:lnTo>
                  <a:cubicBezTo>
                    <a:pt x="1792" y="63304"/>
                    <a:pt x="1813" y="59638"/>
                    <a:pt x="1833" y="55993"/>
                  </a:cubicBezTo>
                  <a:cubicBezTo>
                    <a:pt x="1833" y="55891"/>
                    <a:pt x="1833" y="55789"/>
                    <a:pt x="1854" y="55687"/>
                  </a:cubicBezTo>
                  <a:cubicBezTo>
                    <a:pt x="1893" y="55317"/>
                    <a:pt x="2100" y="55096"/>
                    <a:pt x="2404" y="55096"/>
                  </a:cubicBezTo>
                  <a:cubicBezTo>
                    <a:pt x="2417" y="55096"/>
                    <a:pt x="2430" y="55096"/>
                    <a:pt x="2444" y="55097"/>
                  </a:cubicBezTo>
                  <a:cubicBezTo>
                    <a:pt x="2831" y="55138"/>
                    <a:pt x="2953" y="55402"/>
                    <a:pt x="2974" y="55728"/>
                  </a:cubicBezTo>
                  <a:cubicBezTo>
                    <a:pt x="2994" y="56685"/>
                    <a:pt x="3014" y="57643"/>
                    <a:pt x="3035" y="58620"/>
                  </a:cubicBezTo>
                  <a:cubicBezTo>
                    <a:pt x="3096" y="61390"/>
                    <a:pt x="3157" y="64160"/>
                    <a:pt x="3218" y="66950"/>
                  </a:cubicBezTo>
                  <a:lnTo>
                    <a:pt x="4766" y="66950"/>
                  </a:lnTo>
                  <a:cubicBezTo>
                    <a:pt x="4786" y="63263"/>
                    <a:pt x="4807" y="59577"/>
                    <a:pt x="4807" y="55891"/>
                  </a:cubicBezTo>
                  <a:cubicBezTo>
                    <a:pt x="4807" y="55565"/>
                    <a:pt x="4847" y="55239"/>
                    <a:pt x="5214" y="55117"/>
                  </a:cubicBezTo>
                  <a:cubicBezTo>
                    <a:pt x="5310" y="55087"/>
                    <a:pt x="5401" y="55072"/>
                    <a:pt x="5485" y="55072"/>
                  </a:cubicBezTo>
                  <a:cubicBezTo>
                    <a:pt x="5848" y="55072"/>
                    <a:pt x="6090" y="55347"/>
                    <a:pt x="6090" y="55810"/>
                  </a:cubicBezTo>
                  <a:cubicBezTo>
                    <a:pt x="6110" y="57928"/>
                    <a:pt x="6130" y="60046"/>
                    <a:pt x="6130" y="62184"/>
                  </a:cubicBezTo>
                  <a:cubicBezTo>
                    <a:pt x="6151" y="63773"/>
                    <a:pt x="6151" y="65361"/>
                    <a:pt x="6151" y="66950"/>
                  </a:cubicBezTo>
                  <a:lnTo>
                    <a:pt x="7678" y="66950"/>
                  </a:lnTo>
                  <a:cubicBezTo>
                    <a:pt x="7719" y="65320"/>
                    <a:pt x="7760" y="63691"/>
                    <a:pt x="7800" y="62082"/>
                  </a:cubicBezTo>
                  <a:cubicBezTo>
                    <a:pt x="7841" y="59985"/>
                    <a:pt x="7902" y="57907"/>
                    <a:pt x="7943" y="55830"/>
                  </a:cubicBezTo>
                  <a:cubicBezTo>
                    <a:pt x="7963" y="55484"/>
                    <a:pt x="8187" y="55158"/>
                    <a:pt x="8554" y="55138"/>
                  </a:cubicBezTo>
                  <a:cubicBezTo>
                    <a:pt x="8941" y="55138"/>
                    <a:pt x="9063" y="55606"/>
                    <a:pt x="9063" y="55891"/>
                  </a:cubicBezTo>
                  <a:cubicBezTo>
                    <a:pt x="9063" y="59598"/>
                    <a:pt x="9165" y="63263"/>
                    <a:pt x="9165" y="66950"/>
                  </a:cubicBezTo>
                  <a:lnTo>
                    <a:pt x="10753" y="66950"/>
                  </a:lnTo>
                  <a:cubicBezTo>
                    <a:pt x="10916" y="63304"/>
                    <a:pt x="11079" y="59638"/>
                    <a:pt x="11201" y="55993"/>
                  </a:cubicBezTo>
                  <a:cubicBezTo>
                    <a:pt x="11242" y="54527"/>
                    <a:pt x="11201" y="53040"/>
                    <a:pt x="11038" y="51574"/>
                  </a:cubicBezTo>
                  <a:cubicBezTo>
                    <a:pt x="10875" y="50026"/>
                    <a:pt x="10224" y="48621"/>
                    <a:pt x="9185" y="47439"/>
                  </a:cubicBezTo>
                  <a:cubicBezTo>
                    <a:pt x="8839" y="47052"/>
                    <a:pt x="8472" y="46645"/>
                    <a:pt x="8024" y="46421"/>
                  </a:cubicBezTo>
                  <a:cubicBezTo>
                    <a:pt x="7067" y="45932"/>
                    <a:pt x="6762" y="45097"/>
                    <a:pt x="6680" y="44161"/>
                  </a:cubicBezTo>
                  <a:cubicBezTo>
                    <a:pt x="6578" y="43122"/>
                    <a:pt x="6558" y="42083"/>
                    <a:pt x="6558" y="41045"/>
                  </a:cubicBezTo>
                  <a:cubicBezTo>
                    <a:pt x="6538" y="39049"/>
                    <a:pt x="6517" y="37033"/>
                    <a:pt x="6558" y="35037"/>
                  </a:cubicBezTo>
                  <a:cubicBezTo>
                    <a:pt x="6599" y="32308"/>
                    <a:pt x="6599" y="29559"/>
                    <a:pt x="6802" y="26830"/>
                  </a:cubicBezTo>
                  <a:cubicBezTo>
                    <a:pt x="6965" y="24386"/>
                    <a:pt x="7332" y="21962"/>
                    <a:pt x="7678" y="19539"/>
                  </a:cubicBezTo>
                  <a:cubicBezTo>
                    <a:pt x="8228" y="15567"/>
                    <a:pt x="8615" y="11616"/>
                    <a:pt x="8615" y="7604"/>
                  </a:cubicBezTo>
                  <a:cubicBezTo>
                    <a:pt x="8595" y="5996"/>
                    <a:pt x="8615" y="4366"/>
                    <a:pt x="8126" y="2798"/>
                  </a:cubicBezTo>
                  <a:cubicBezTo>
                    <a:pt x="7922" y="2187"/>
                    <a:pt x="7678" y="1576"/>
                    <a:pt x="7312" y="1047"/>
                  </a:cubicBezTo>
                  <a:cubicBezTo>
                    <a:pt x="6825" y="347"/>
                    <a:pt x="6151" y="0"/>
                    <a:pt x="54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8789548" y="2062737"/>
              <a:ext cx="616855" cy="3315463"/>
            </a:xfrm>
            <a:custGeom>
              <a:avLst/>
              <a:gdLst/>
              <a:ahLst/>
              <a:cxnLst/>
              <a:rect l="l" t="t" r="r" b="b"/>
              <a:pathLst>
                <a:path w="12546" h="67432" extrusionOk="0">
                  <a:moveTo>
                    <a:pt x="4721" y="0"/>
                  </a:moveTo>
                  <a:cubicBezTo>
                    <a:pt x="4709" y="0"/>
                    <a:pt x="4697" y="1"/>
                    <a:pt x="4685" y="1"/>
                  </a:cubicBezTo>
                  <a:cubicBezTo>
                    <a:pt x="4277" y="22"/>
                    <a:pt x="3992" y="246"/>
                    <a:pt x="3951" y="653"/>
                  </a:cubicBezTo>
                  <a:cubicBezTo>
                    <a:pt x="3911" y="1244"/>
                    <a:pt x="3911" y="1855"/>
                    <a:pt x="3911" y="2445"/>
                  </a:cubicBezTo>
                  <a:cubicBezTo>
                    <a:pt x="3829" y="5276"/>
                    <a:pt x="3768" y="8127"/>
                    <a:pt x="3707" y="10958"/>
                  </a:cubicBezTo>
                  <a:cubicBezTo>
                    <a:pt x="3646" y="13198"/>
                    <a:pt x="3585" y="15418"/>
                    <a:pt x="3524" y="17658"/>
                  </a:cubicBezTo>
                  <a:cubicBezTo>
                    <a:pt x="3524" y="17780"/>
                    <a:pt x="3544" y="17943"/>
                    <a:pt x="3483" y="18004"/>
                  </a:cubicBezTo>
                  <a:cubicBezTo>
                    <a:pt x="3300" y="18167"/>
                    <a:pt x="3096" y="18391"/>
                    <a:pt x="2892" y="18391"/>
                  </a:cubicBezTo>
                  <a:cubicBezTo>
                    <a:pt x="2709" y="18391"/>
                    <a:pt x="2505" y="18167"/>
                    <a:pt x="2363" y="17984"/>
                  </a:cubicBezTo>
                  <a:cubicBezTo>
                    <a:pt x="2302" y="17882"/>
                    <a:pt x="2342" y="17740"/>
                    <a:pt x="2342" y="17597"/>
                  </a:cubicBezTo>
                  <a:cubicBezTo>
                    <a:pt x="2322" y="12058"/>
                    <a:pt x="2261" y="6539"/>
                    <a:pt x="2200" y="999"/>
                  </a:cubicBezTo>
                  <a:cubicBezTo>
                    <a:pt x="2200" y="735"/>
                    <a:pt x="2078" y="348"/>
                    <a:pt x="1874" y="164"/>
                  </a:cubicBezTo>
                  <a:cubicBezTo>
                    <a:pt x="1749" y="56"/>
                    <a:pt x="1607" y="7"/>
                    <a:pt x="1468" y="7"/>
                  </a:cubicBezTo>
                  <a:cubicBezTo>
                    <a:pt x="1109" y="7"/>
                    <a:pt x="763" y="332"/>
                    <a:pt x="734" y="816"/>
                  </a:cubicBezTo>
                  <a:cubicBezTo>
                    <a:pt x="672" y="2099"/>
                    <a:pt x="611" y="3362"/>
                    <a:pt x="571" y="4645"/>
                  </a:cubicBezTo>
                  <a:cubicBezTo>
                    <a:pt x="387" y="8921"/>
                    <a:pt x="184" y="13198"/>
                    <a:pt x="41" y="17475"/>
                  </a:cubicBezTo>
                  <a:cubicBezTo>
                    <a:pt x="0" y="19063"/>
                    <a:pt x="41" y="20652"/>
                    <a:pt x="204" y="22241"/>
                  </a:cubicBezTo>
                  <a:cubicBezTo>
                    <a:pt x="387" y="23890"/>
                    <a:pt x="1080" y="25418"/>
                    <a:pt x="2220" y="26680"/>
                  </a:cubicBezTo>
                  <a:cubicBezTo>
                    <a:pt x="2567" y="27088"/>
                    <a:pt x="2974" y="27536"/>
                    <a:pt x="3463" y="27760"/>
                  </a:cubicBezTo>
                  <a:cubicBezTo>
                    <a:pt x="4481" y="28289"/>
                    <a:pt x="4807" y="29185"/>
                    <a:pt x="4909" y="30183"/>
                  </a:cubicBezTo>
                  <a:cubicBezTo>
                    <a:pt x="5010" y="31303"/>
                    <a:pt x="5010" y="32423"/>
                    <a:pt x="5031" y="33543"/>
                  </a:cubicBezTo>
                  <a:cubicBezTo>
                    <a:pt x="5051" y="35682"/>
                    <a:pt x="5051" y="37820"/>
                    <a:pt x="5031" y="39979"/>
                  </a:cubicBezTo>
                  <a:cubicBezTo>
                    <a:pt x="4970" y="42912"/>
                    <a:pt x="4970" y="45865"/>
                    <a:pt x="4766" y="48797"/>
                  </a:cubicBezTo>
                  <a:cubicBezTo>
                    <a:pt x="4583" y="51404"/>
                    <a:pt x="4196" y="54011"/>
                    <a:pt x="3829" y="56618"/>
                  </a:cubicBezTo>
                  <a:cubicBezTo>
                    <a:pt x="3320" y="60202"/>
                    <a:pt x="2953" y="63807"/>
                    <a:pt x="2852" y="67432"/>
                  </a:cubicBezTo>
                  <a:lnTo>
                    <a:pt x="9552" y="67432"/>
                  </a:lnTo>
                  <a:cubicBezTo>
                    <a:pt x="9470" y="63094"/>
                    <a:pt x="8921" y="58797"/>
                    <a:pt x="8269" y="54500"/>
                  </a:cubicBezTo>
                  <a:cubicBezTo>
                    <a:pt x="7699" y="50691"/>
                    <a:pt x="7393" y="46842"/>
                    <a:pt x="7393" y="42973"/>
                  </a:cubicBezTo>
                  <a:cubicBezTo>
                    <a:pt x="7414" y="39225"/>
                    <a:pt x="7373" y="35458"/>
                    <a:pt x="7414" y="31690"/>
                  </a:cubicBezTo>
                  <a:cubicBezTo>
                    <a:pt x="7434" y="30835"/>
                    <a:pt x="7597" y="29979"/>
                    <a:pt x="7780" y="29144"/>
                  </a:cubicBezTo>
                  <a:cubicBezTo>
                    <a:pt x="7882" y="28615"/>
                    <a:pt x="8249" y="28228"/>
                    <a:pt x="8737" y="27922"/>
                  </a:cubicBezTo>
                  <a:cubicBezTo>
                    <a:pt x="10652" y="26741"/>
                    <a:pt x="11609" y="24888"/>
                    <a:pt x="12118" y="22770"/>
                  </a:cubicBezTo>
                  <a:cubicBezTo>
                    <a:pt x="12546" y="20998"/>
                    <a:pt x="12403" y="19186"/>
                    <a:pt x="12383" y="17373"/>
                  </a:cubicBezTo>
                  <a:cubicBezTo>
                    <a:pt x="12362" y="15785"/>
                    <a:pt x="12261" y="14176"/>
                    <a:pt x="12199" y="12567"/>
                  </a:cubicBezTo>
                  <a:cubicBezTo>
                    <a:pt x="12057" y="9268"/>
                    <a:pt x="11894" y="5948"/>
                    <a:pt x="11751" y="2649"/>
                  </a:cubicBezTo>
                  <a:cubicBezTo>
                    <a:pt x="11711" y="2038"/>
                    <a:pt x="11711" y="1427"/>
                    <a:pt x="11690" y="816"/>
                  </a:cubicBezTo>
                  <a:cubicBezTo>
                    <a:pt x="11670" y="307"/>
                    <a:pt x="11364" y="1"/>
                    <a:pt x="10916" y="1"/>
                  </a:cubicBezTo>
                  <a:cubicBezTo>
                    <a:pt x="10489" y="1"/>
                    <a:pt x="10204" y="327"/>
                    <a:pt x="10204" y="836"/>
                  </a:cubicBezTo>
                  <a:cubicBezTo>
                    <a:pt x="10163" y="6376"/>
                    <a:pt x="10122" y="11936"/>
                    <a:pt x="10081" y="17495"/>
                  </a:cubicBezTo>
                  <a:cubicBezTo>
                    <a:pt x="10081" y="17597"/>
                    <a:pt x="10102" y="17699"/>
                    <a:pt x="10081" y="17801"/>
                  </a:cubicBezTo>
                  <a:cubicBezTo>
                    <a:pt x="10042" y="18212"/>
                    <a:pt x="9796" y="18454"/>
                    <a:pt x="9470" y="18454"/>
                  </a:cubicBezTo>
                  <a:cubicBezTo>
                    <a:pt x="9456" y="18454"/>
                    <a:pt x="9443" y="18453"/>
                    <a:pt x="9430" y="18453"/>
                  </a:cubicBezTo>
                  <a:cubicBezTo>
                    <a:pt x="9022" y="18412"/>
                    <a:pt x="8900" y="18127"/>
                    <a:pt x="8880" y="17760"/>
                  </a:cubicBezTo>
                  <a:cubicBezTo>
                    <a:pt x="8859" y="16742"/>
                    <a:pt x="8839" y="15703"/>
                    <a:pt x="8819" y="14665"/>
                  </a:cubicBezTo>
                  <a:cubicBezTo>
                    <a:pt x="8717" y="10266"/>
                    <a:pt x="8615" y="5846"/>
                    <a:pt x="8513" y="1447"/>
                  </a:cubicBezTo>
                  <a:cubicBezTo>
                    <a:pt x="8493" y="1223"/>
                    <a:pt x="8493" y="979"/>
                    <a:pt x="8473" y="755"/>
                  </a:cubicBezTo>
                  <a:cubicBezTo>
                    <a:pt x="8433" y="283"/>
                    <a:pt x="8146" y="0"/>
                    <a:pt x="7741" y="0"/>
                  </a:cubicBezTo>
                  <a:cubicBezTo>
                    <a:pt x="7727" y="0"/>
                    <a:pt x="7713" y="1"/>
                    <a:pt x="7699" y="1"/>
                  </a:cubicBezTo>
                  <a:cubicBezTo>
                    <a:pt x="7291" y="1"/>
                    <a:pt x="6986" y="307"/>
                    <a:pt x="6986" y="796"/>
                  </a:cubicBezTo>
                  <a:cubicBezTo>
                    <a:pt x="6965" y="1753"/>
                    <a:pt x="6965" y="2710"/>
                    <a:pt x="6965" y="3667"/>
                  </a:cubicBezTo>
                  <a:cubicBezTo>
                    <a:pt x="6945" y="8310"/>
                    <a:pt x="6925" y="12954"/>
                    <a:pt x="6904" y="17597"/>
                  </a:cubicBezTo>
                  <a:cubicBezTo>
                    <a:pt x="6904" y="17943"/>
                    <a:pt x="6864" y="18290"/>
                    <a:pt x="6456" y="18412"/>
                  </a:cubicBezTo>
                  <a:cubicBezTo>
                    <a:pt x="6353" y="18448"/>
                    <a:pt x="6255" y="18465"/>
                    <a:pt x="6164" y="18465"/>
                  </a:cubicBezTo>
                  <a:cubicBezTo>
                    <a:pt x="5790" y="18465"/>
                    <a:pt x="5540" y="18174"/>
                    <a:pt x="5540" y="17699"/>
                  </a:cubicBezTo>
                  <a:cubicBezTo>
                    <a:pt x="5499" y="15398"/>
                    <a:pt x="5479" y="13117"/>
                    <a:pt x="5479" y="10836"/>
                  </a:cubicBezTo>
                  <a:cubicBezTo>
                    <a:pt x="5458" y="7577"/>
                    <a:pt x="5458" y="4298"/>
                    <a:pt x="5458" y="1040"/>
                  </a:cubicBezTo>
                  <a:cubicBezTo>
                    <a:pt x="5458" y="918"/>
                    <a:pt x="5458" y="796"/>
                    <a:pt x="5438" y="673"/>
                  </a:cubicBezTo>
                  <a:cubicBezTo>
                    <a:pt x="5379" y="280"/>
                    <a:pt x="5073" y="0"/>
                    <a:pt x="47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4">
  <p:cSld name="CUSTOM_12_1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4"/>
          <p:cNvSpPr txBox="1">
            <a:spLocks noGrp="1"/>
          </p:cNvSpPr>
          <p:nvPr>
            <p:ph type="title"/>
          </p:nvPr>
        </p:nvSpPr>
        <p:spPr>
          <a:xfrm flipH="1">
            <a:off x="1490925" y="907193"/>
            <a:ext cx="2368200" cy="11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Fjalla One"/>
              <a:buNone/>
              <a:defRPr sz="4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Fjalla One"/>
              <a:buNone/>
              <a:defRPr sz="4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Fjalla One"/>
              <a:buNone/>
              <a:defRPr sz="4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Fjalla One"/>
              <a:buNone/>
              <a:defRPr sz="4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Fjalla One"/>
              <a:buNone/>
              <a:defRPr sz="4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Fjalla One"/>
              <a:buNone/>
              <a:defRPr sz="4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Fjalla One"/>
              <a:buNone/>
              <a:defRPr sz="4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Fjalla One"/>
              <a:buNone/>
              <a:defRPr sz="4000">
                <a:solidFill>
                  <a:schemeClr val="accent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  <p:sp>
        <p:nvSpPr>
          <p:cNvPr id="413" name="Google Shape;413;p34"/>
          <p:cNvSpPr/>
          <p:nvPr/>
        </p:nvSpPr>
        <p:spPr>
          <a:xfrm flipH="1">
            <a:off x="88634" y="-999202"/>
            <a:ext cx="937365" cy="4211452"/>
          </a:xfrm>
          <a:custGeom>
            <a:avLst/>
            <a:gdLst/>
            <a:ahLst/>
            <a:cxnLst/>
            <a:rect l="l" t="t" r="r" b="b"/>
            <a:pathLst>
              <a:path w="16273" h="73540" extrusionOk="0">
                <a:moveTo>
                  <a:pt x="8190" y="0"/>
                </a:moveTo>
                <a:cubicBezTo>
                  <a:pt x="7408" y="0"/>
                  <a:pt x="6619" y="453"/>
                  <a:pt x="6069" y="1360"/>
                </a:cubicBezTo>
                <a:cubicBezTo>
                  <a:pt x="5377" y="2480"/>
                  <a:pt x="5092" y="3742"/>
                  <a:pt x="5051" y="5025"/>
                </a:cubicBezTo>
                <a:cubicBezTo>
                  <a:pt x="4827" y="10402"/>
                  <a:pt x="5234" y="15493"/>
                  <a:pt x="5845" y="20849"/>
                </a:cubicBezTo>
                <a:cubicBezTo>
                  <a:pt x="6497" y="26531"/>
                  <a:pt x="7108" y="32234"/>
                  <a:pt x="7047" y="37977"/>
                </a:cubicBezTo>
                <a:cubicBezTo>
                  <a:pt x="7027" y="40828"/>
                  <a:pt x="7067" y="43700"/>
                  <a:pt x="7027" y="46551"/>
                </a:cubicBezTo>
                <a:cubicBezTo>
                  <a:pt x="7006" y="47365"/>
                  <a:pt x="6843" y="48200"/>
                  <a:pt x="6640" y="49015"/>
                </a:cubicBezTo>
                <a:cubicBezTo>
                  <a:pt x="6517" y="49544"/>
                  <a:pt x="6171" y="49952"/>
                  <a:pt x="5601" y="50135"/>
                </a:cubicBezTo>
                <a:cubicBezTo>
                  <a:pt x="2729" y="51031"/>
                  <a:pt x="1202" y="53129"/>
                  <a:pt x="611" y="55980"/>
                </a:cubicBezTo>
                <a:cubicBezTo>
                  <a:pt x="0" y="58974"/>
                  <a:pt x="408" y="61906"/>
                  <a:pt x="1182" y="64798"/>
                </a:cubicBezTo>
                <a:cubicBezTo>
                  <a:pt x="1711" y="66794"/>
                  <a:pt x="2505" y="68688"/>
                  <a:pt x="3646" y="70419"/>
                </a:cubicBezTo>
                <a:cubicBezTo>
                  <a:pt x="4277" y="71356"/>
                  <a:pt x="4990" y="72191"/>
                  <a:pt x="5927" y="72822"/>
                </a:cubicBezTo>
                <a:cubicBezTo>
                  <a:pt x="6653" y="73303"/>
                  <a:pt x="7405" y="73540"/>
                  <a:pt x="8151" y="73540"/>
                </a:cubicBezTo>
                <a:cubicBezTo>
                  <a:pt x="9017" y="73540"/>
                  <a:pt x="9874" y="73222"/>
                  <a:pt x="10672" y="72598"/>
                </a:cubicBezTo>
                <a:cubicBezTo>
                  <a:pt x="12566" y="71152"/>
                  <a:pt x="13605" y="69156"/>
                  <a:pt x="14419" y="67018"/>
                </a:cubicBezTo>
                <a:cubicBezTo>
                  <a:pt x="15662" y="63800"/>
                  <a:pt x="16273" y="60481"/>
                  <a:pt x="15906" y="57019"/>
                </a:cubicBezTo>
                <a:cubicBezTo>
                  <a:pt x="15743" y="55471"/>
                  <a:pt x="15295" y="54045"/>
                  <a:pt x="14399" y="52762"/>
                </a:cubicBezTo>
                <a:cubicBezTo>
                  <a:pt x="13564" y="51540"/>
                  <a:pt x="12423" y="50685"/>
                  <a:pt x="11018" y="50237"/>
                </a:cubicBezTo>
                <a:cubicBezTo>
                  <a:pt x="10265" y="49993"/>
                  <a:pt x="9776" y="49524"/>
                  <a:pt x="9633" y="48811"/>
                </a:cubicBezTo>
                <a:cubicBezTo>
                  <a:pt x="9450" y="48037"/>
                  <a:pt x="9348" y="47264"/>
                  <a:pt x="9328" y="46469"/>
                </a:cubicBezTo>
                <a:cubicBezTo>
                  <a:pt x="9287" y="44901"/>
                  <a:pt x="9308" y="43333"/>
                  <a:pt x="9308" y="41745"/>
                </a:cubicBezTo>
                <a:cubicBezTo>
                  <a:pt x="9328" y="39260"/>
                  <a:pt x="9246" y="36755"/>
                  <a:pt x="9369" y="34270"/>
                </a:cubicBezTo>
                <a:cubicBezTo>
                  <a:pt x="9572" y="30625"/>
                  <a:pt x="9939" y="27000"/>
                  <a:pt x="10244" y="23375"/>
                </a:cubicBezTo>
                <a:cubicBezTo>
                  <a:pt x="10367" y="21970"/>
                  <a:pt x="10550" y="20564"/>
                  <a:pt x="10672" y="19139"/>
                </a:cubicBezTo>
                <a:cubicBezTo>
                  <a:pt x="10916" y="16451"/>
                  <a:pt x="11202" y="13742"/>
                  <a:pt x="11324" y="11033"/>
                </a:cubicBezTo>
                <a:cubicBezTo>
                  <a:pt x="11466" y="8528"/>
                  <a:pt x="11629" y="6023"/>
                  <a:pt x="11079" y="3559"/>
                </a:cubicBezTo>
                <a:cubicBezTo>
                  <a:pt x="10916" y="2806"/>
                  <a:pt x="10652" y="2032"/>
                  <a:pt x="10265" y="1360"/>
                </a:cubicBezTo>
                <a:cubicBezTo>
                  <a:pt x="9745" y="453"/>
                  <a:pt x="8972" y="0"/>
                  <a:pt x="81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34"/>
          <p:cNvSpPr/>
          <p:nvPr/>
        </p:nvSpPr>
        <p:spPr>
          <a:xfrm flipH="1">
            <a:off x="-523800" y="-2984868"/>
            <a:ext cx="1037075" cy="4662033"/>
          </a:xfrm>
          <a:custGeom>
            <a:avLst/>
            <a:gdLst/>
            <a:ahLst/>
            <a:cxnLst/>
            <a:rect l="l" t="t" r="r" b="b"/>
            <a:pathLst>
              <a:path w="18004" h="81408" extrusionOk="0">
                <a:moveTo>
                  <a:pt x="8988" y="1"/>
                </a:moveTo>
                <a:cubicBezTo>
                  <a:pt x="8029" y="1"/>
                  <a:pt x="7078" y="355"/>
                  <a:pt x="6191" y="1045"/>
                </a:cubicBezTo>
                <a:cubicBezTo>
                  <a:pt x="4114" y="2633"/>
                  <a:pt x="2953" y="4853"/>
                  <a:pt x="2057" y="7215"/>
                </a:cubicBezTo>
                <a:cubicBezTo>
                  <a:pt x="672" y="10779"/>
                  <a:pt x="0" y="14466"/>
                  <a:pt x="407" y="18294"/>
                </a:cubicBezTo>
                <a:cubicBezTo>
                  <a:pt x="591" y="20005"/>
                  <a:pt x="1079" y="21594"/>
                  <a:pt x="2077" y="23019"/>
                </a:cubicBezTo>
                <a:cubicBezTo>
                  <a:pt x="3014" y="24363"/>
                  <a:pt x="4277" y="25300"/>
                  <a:pt x="5825" y="25809"/>
                </a:cubicBezTo>
                <a:cubicBezTo>
                  <a:pt x="6660" y="26074"/>
                  <a:pt x="7189" y="26583"/>
                  <a:pt x="7352" y="27398"/>
                </a:cubicBezTo>
                <a:cubicBezTo>
                  <a:pt x="7556" y="28233"/>
                  <a:pt x="7657" y="29108"/>
                  <a:pt x="7698" y="29964"/>
                </a:cubicBezTo>
                <a:cubicBezTo>
                  <a:pt x="7739" y="31715"/>
                  <a:pt x="7719" y="33446"/>
                  <a:pt x="7698" y="35198"/>
                </a:cubicBezTo>
                <a:cubicBezTo>
                  <a:pt x="7698" y="37947"/>
                  <a:pt x="7780" y="40717"/>
                  <a:pt x="7637" y="43486"/>
                </a:cubicBezTo>
                <a:cubicBezTo>
                  <a:pt x="7413" y="47498"/>
                  <a:pt x="7026" y="51510"/>
                  <a:pt x="6680" y="55522"/>
                </a:cubicBezTo>
                <a:cubicBezTo>
                  <a:pt x="6537" y="57091"/>
                  <a:pt x="6334" y="58659"/>
                  <a:pt x="6191" y="60207"/>
                </a:cubicBezTo>
                <a:cubicBezTo>
                  <a:pt x="5926" y="63221"/>
                  <a:pt x="5621" y="66214"/>
                  <a:pt x="5478" y="69208"/>
                </a:cubicBezTo>
                <a:cubicBezTo>
                  <a:pt x="5336" y="71957"/>
                  <a:pt x="5153" y="74748"/>
                  <a:pt x="5743" y="77477"/>
                </a:cubicBezTo>
                <a:cubicBezTo>
                  <a:pt x="5926" y="78311"/>
                  <a:pt x="6232" y="79167"/>
                  <a:pt x="6660" y="79900"/>
                </a:cubicBezTo>
                <a:cubicBezTo>
                  <a:pt x="7240" y="80908"/>
                  <a:pt x="8095" y="81407"/>
                  <a:pt x="8958" y="81407"/>
                </a:cubicBezTo>
                <a:cubicBezTo>
                  <a:pt x="9821" y="81407"/>
                  <a:pt x="10692" y="80908"/>
                  <a:pt x="11303" y="79920"/>
                </a:cubicBezTo>
                <a:cubicBezTo>
                  <a:pt x="12056" y="78678"/>
                  <a:pt x="12362" y="77273"/>
                  <a:pt x="12423" y="75847"/>
                </a:cubicBezTo>
                <a:cubicBezTo>
                  <a:pt x="12667" y="69901"/>
                  <a:pt x="12219" y="64259"/>
                  <a:pt x="11547" y="58333"/>
                </a:cubicBezTo>
                <a:cubicBezTo>
                  <a:pt x="10835" y="52040"/>
                  <a:pt x="10142" y="45727"/>
                  <a:pt x="10203" y="39373"/>
                </a:cubicBezTo>
                <a:cubicBezTo>
                  <a:pt x="10244" y="36216"/>
                  <a:pt x="10183" y="33039"/>
                  <a:pt x="10244" y="29882"/>
                </a:cubicBezTo>
                <a:cubicBezTo>
                  <a:pt x="10244" y="28966"/>
                  <a:pt x="10448" y="28049"/>
                  <a:pt x="10651" y="27153"/>
                </a:cubicBezTo>
                <a:cubicBezTo>
                  <a:pt x="10794" y="26563"/>
                  <a:pt x="11181" y="26115"/>
                  <a:pt x="11812" y="25911"/>
                </a:cubicBezTo>
                <a:cubicBezTo>
                  <a:pt x="15009" y="24913"/>
                  <a:pt x="16679" y="22591"/>
                  <a:pt x="17331" y="19435"/>
                </a:cubicBezTo>
                <a:cubicBezTo>
                  <a:pt x="18003" y="16136"/>
                  <a:pt x="17555" y="12877"/>
                  <a:pt x="16700" y="9680"/>
                </a:cubicBezTo>
                <a:cubicBezTo>
                  <a:pt x="16109" y="7460"/>
                  <a:pt x="15254" y="5362"/>
                  <a:pt x="13971" y="3468"/>
                </a:cubicBezTo>
                <a:cubicBezTo>
                  <a:pt x="13278" y="2430"/>
                  <a:pt x="12484" y="1493"/>
                  <a:pt x="11445" y="800"/>
                </a:cubicBezTo>
                <a:cubicBezTo>
                  <a:pt x="10645" y="263"/>
                  <a:pt x="9813" y="1"/>
                  <a:pt x="898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5" name="Google Shape;415;p34"/>
          <p:cNvGrpSpPr/>
          <p:nvPr/>
        </p:nvGrpSpPr>
        <p:grpSpPr>
          <a:xfrm flipH="1">
            <a:off x="8565675" y="-655844"/>
            <a:ext cx="851067" cy="8429738"/>
            <a:chOff x="1078718" y="-1353613"/>
            <a:chExt cx="900506" cy="8909986"/>
          </a:xfrm>
        </p:grpSpPr>
        <p:sp>
          <p:nvSpPr>
            <p:cNvPr id="416" name="Google Shape;416;p34"/>
            <p:cNvSpPr/>
            <p:nvPr/>
          </p:nvSpPr>
          <p:spPr>
            <a:xfrm>
              <a:off x="1078718" y="-1353613"/>
              <a:ext cx="674316" cy="4424265"/>
            </a:xfrm>
            <a:custGeom>
              <a:avLst/>
              <a:gdLst/>
              <a:ahLst/>
              <a:cxnLst/>
              <a:rect l="l" t="t" r="r" b="b"/>
              <a:pathLst>
                <a:path w="13830" h="91269" extrusionOk="0">
                  <a:moveTo>
                    <a:pt x="1744" y="1"/>
                  </a:moveTo>
                  <a:cubicBezTo>
                    <a:pt x="1499" y="1"/>
                    <a:pt x="1283" y="115"/>
                    <a:pt x="1121" y="336"/>
                  </a:cubicBezTo>
                  <a:cubicBezTo>
                    <a:pt x="999" y="499"/>
                    <a:pt x="938" y="723"/>
                    <a:pt x="938" y="927"/>
                  </a:cubicBezTo>
                  <a:cubicBezTo>
                    <a:pt x="836" y="2923"/>
                    <a:pt x="754" y="4939"/>
                    <a:pt x="673" y="6935"/>
                  </a:cubicBezTo>
                  <a:cubicBezTo>
                    <a:pt x="490" y="11191"/>
                    <a:pt x="286" y="15447"/>
                    <a:pt x="164" y="19704"/>
                  </a:cubicBezTo>
                  <a:cubicBezTo>
                    <a:pt x="82" y="21822"/>
                    <a:pt x="1" y="23960"/>
                    <a:pt x="653" y="26017"/>
                  </a:cubicBezTo>
                  <a:cubicBezTo>
                    <a:pt x="1345" y="28176"/>
                    <a:pt x="2506" y="29968"/>
                    <a:pt x="4502" y="31149"/>
                  </a:cubicBezTo>
                  <a:cubicBezTo>
                    <a:pt x="4868" y="31353"/>
                    <a:pt x="5113" y="31882"/>
                    <a:pt x="5276" y="32310"/>
                  </a:cubicBezTo>
                  <a:cubicBezTo>
                    <a:pt x="5703" y="33389"/>
                    <a:pt x="5683" y="34550"/>
                    <a:pt x="5683" y="35691"/>
                  </a:cubicBezTo>
                  <a:cubicBezTo>
                    <a:pt x="5703" y="38664"/>
                    <a:pt x="5724" y="41658"/>
                    <a:pt x="5703" y="44651"/>
                  </a:cubicBezTo>
                  <a:cubicBezTo>
                    <a:pt x="5663" y="47727"/>
                    <a:pt x="5724" y="50822"/>
                    <a:pt x="5540" y="53897"/>
                  </a:cubicBezTo>
                  <a:cubicBezTo>
                    <a:pt x="5296" y="57747"/>
                    <a:pt x="4848" y="61596"/>
                    <a:pt x="4481" y="65445"/>
                  </a:cubicBezTo>
                  <a:cubicBezTo>
                    <a:pt x="4135" y="69151"/>
                    <a:pt x="3707" y="72858"/>
                    <a:pt x="3443" y="76585"/>
                  </a:cubicBezTo>
                  <a:cubicBezTo>
                    <a:pt x="3280" y="79090"/>
                    <a:pt x="3280" y="81635"/>
                    <a:pt x="3280" y="84161"/>
                  </a:cubicBezTo>
                  <a:cubicBezTo>
                    <a:pt x="3300" y="85871"/>
                    <a:pt x="3524" y="87582"/>
                    <a:pt x="4278" y="89150"/>
                  </a:cubicBezTo>
                  <a:cubicBezTo>
                    <a:pt x="4522" y="89639"/>
                    <a:pt x="4828" y="90128"/>
                    <a:pt x="5215" y="90515"/>
                  </a:cubicBezTo>
                  <a:cubicBezTo>
                    <a:pt x="5729" y="91019"/>
                    <a:pt x="6353" y="91268"/>
                    <a:pt x="6980" y="91268"/>
                  </a:cubicBezTo>
                  <a:cubicBezTo>
                    <a:pt x="7620" y="91268"/>
                    <a:pt x="8264" y="91009"/>
                    <a:pt x="8799" y="90494"/>
                  </a:cubicBezTo>
                  <a:cubicBezTo>
                    <a:pt x="9451" y="89863"/>
                    <a:pt x="9899" y="89069"/>
                    <a:pt x="10082" y="88193"/>
                  </a:cubicBezTo>
                  <a:cubicBezTo>
                    <a:pt x="10367" y="86828"/>
                    <a:pt x="10652" y="85423"/>
                    <a:pt x="10693" y="84038"/>
                  </a:cubicBezTo>
                  <a:cubicBezTo>
                    <a:pt x="10835" y="79762"/>
                    <a:pt x="10571" y="75485"/>
                    <a:pt x="10143" y="71208"/>
                  </a:cubicBezTo>
                  <a:cubicBezTo>
                    <a:pt x="9593" y="65893"/>
                    <a:pt x="8982" y="60577"/>
                    <a:pt x="8534" y="55242"/>
                  </a:cubicBezTo>
                  <a:cubicBezTo>
                    <a:pt x="8290" y="52350"/>
                    <a:pt x="8330" y="49417"/>
                    <a:pt x="8310" y="46505"/>
                  </a:cubicBezTo>
                  <a:cubicBezTo>
                    <a:pt x="8269" y="43022"/>
                    <a:pt x="8310" y="39519"/>
                    <a:pt x="8290" y="36016"/>
                  </a:cubicBezTo>
                  <a:cubicBezTo>
                    <a:pt x="8290" y="34754"/>
                    <a:pt x="8310" y="33512"/>
                    <a:pt x="8697" y="32290"/>
                  </a:cubicBezTo>
                  <a:cubicBezTo>
                    <a:pt x="8901" y="31699"/>
                    <a:pt x="9227" y="31271"/>
                    <a:pt x="9776" y="30925"/>
                  </a:cubicBezTo>
                  <a:cubicBezTo>
                    <a:pt x="11752" y="29724"/>
                    <a:pt x="12852" y="27870"/>
                    <a:pt x="13402" y="25691"/>
                  </a:cubicBezTo>
                  <a:cubicBezTo>
                    <a:pt x="13666" y="24632"/>
                    <a:pt x="13829" y="23512"/>
                    <a:pt x="13809" y="22412"/>
                  </a:cubicBezTo>
                  <a:cubicBezTo>
                    <a:pt x="13748" y="18502"/>
                    <a:pt x="13585" y="14612"/>
                    <a:pt x="13463" y="10702"/>
                  </a:cubicBezTo>
                  <a:cubicBezTo>
                    <a:pt x="13361" y="8177"/>
                    <a:pt x="13259" y="5651"/>
                    <a:pt x="13157" y="3126"/>
                  </a:cubicBezTo>
                  <a:cubicBezTo>
                    <a:pt x="13116" y="2413"/>
                    <a:pt x="13096" y="1680"/>
                    <a:pt x="13055" y="967"/>
                  </a:cubicBezTo>
                  <a:cubicBezTo>
                    <a:pt x="13035" y="377"/>
                    <a:pt x="12689" y="10"/>
                    <a:pt x="12200" y="10"/>
                  </a:cubicBezTo>
                  <a:cubicBezTo>
                    <a:pt x="11711" y="10"/>
                    <a:pt x="11406" y="377"/>
                    <a:pt x="11406" y="988"/>
                  </a:cubicBezTo>
                  <a:cubicBezTo>
                    <a:pt x="11406" y="7138"/>
                    <a:pt x="11283" y="13248"/>
                    <a:pt x="11283" y="19398"/>
                  </a:cubicBezTo>
                  <a:cubicBezTo>
                    <a:pt x="11283" y="19541"/>
                    <a:pt x="11283" y="19704"/>
                    <a:pt x="11263" y="19867"/>
                  </a:cubicBezTo>
                  <a:cubicBezTo>
                    <a:pt x="11182" y="20213"/>
                    <a:pt x="10958" y="20437"/>
                    <a:pt x="10571" y="20437"/>
                  </a:cubicBezTo>
                  <a:cubicBezTo>
                    <a:pt x="10204" y="20416"/>
                    <a:pt x="10021" y="20192"/>
                    <a:pt x="9980" y="19846"/>
                  </a:cubicBezTo>
                  <a:cubicBezTo>
                    <a:pt x="9939" y="19683"/>
                    <a:pt x="9939" y="19520"/>
                    <a:pt x="9939" y="19337"/>
                  </a:cubicBezTo>
                  <a:cubicBezTo>
                    <a:pt x="9797" y="13289"/>
                    <a:pt x="9654" y="7220"/>
                    <a:pt x="9512" y="1171"/>
                  </a:cubicBezTo>
                  <a:cubicBezTo>
                    <a:pt x="9512" y="1049"/>
                    <a:pt x="9512" y="927"/>
                    <a:pt x="9512" y="804"/>
                  </a:cubicBezTo>
                  <a:cubicBezTo>
                    <a:pt x="9452" y="330"/>
                    <a:pt x="9086" y="9"/>
                    <a:pt x="8674" y="9"/>
                  </a:cubicBezTo>
                  <a:cubicBezTo>
                    <a:pt x="8661" y="9"/>
                    <a:pt x="8649" y="10"/>
                    <a:pt x="8636" y="10"/>
                  </a:cubicBezTo>
                  <a:cubicBezTo>
                    <a:pt x="8208" y="31"/>
                    <a:pt x="7862" y="356"/>
                    <a:pt x="7842" y="825"/>
                  </a:cubicBezTo>
                  <a:cubicBezTo>
                    <a:pt x="7821" y="1578"/>
                    <a:pt x="7821" y="2332"/>
                    <a:pt x="7821" y="3106"/>
                  </a:cubicBezTo>
                  <a:cubicBezTo>
                    <a:pt x="7801" y="7260"/>
                    <a:pt x="7801" y="11435"/>
                    <a:pt x="7781" y="15610"/>
                  </a:cubicBezTo>
                  <a:cubicBezTo>
                    <a:pt x="7760" y="16914"/>
                    <a:pt x="7781" y="18237"/>
                    <a:pt x="7760" y="19541"/>
                  </a:cubicBezTo>
                  <a:cubicBezTo>
                    <a:pt x="7760" y="20152"/>
                    <a:pt x="7516" y="20437"/>
                    <a:pt x="7007" y="20437"/>
                  </a:cubicBezTo>
                  <a:cubicBezTo>
                    <a:pt x="6991" y="20438"/>
                    <a:pt x="6975" y="20438"/>
                    <a:pt x="6960" y="20438"/>
                  </a:cubicBezTo>
                  <a:cubicBezTo>
                    <a:pt x="6481" y="20438"/>
                    <a:pt x="6232" y="20133"/>
                    <a:pt x="6212" y="19541"/>
                  </a:cubicBezTo>
                  <a:cubicBezTo>
                    <a:pt x="6212" y="15834"/>
                    <a:pt x="6192" y="12128"/>
                    <a:pt x="6192" y="8421"/>
                  </a:cubicBezTo>
                  <a:cubicBezTo>
                    <a:pt x="6172" y="5937"/>
                    <a:pt x="6151" y="3472"/>
                    <a:pt x="6131" y="988"/>
                  </a:cubicBezTo>
                  <a:cubicBezTo>
                    <a:pt x="6131" y="377"/>
                    <a:pt x="5805" y="10"/>
                    <a:pt x="5316" y="10"/>
                  </a:cubicBezTo>
                  <a:cubicBezTo>
                    <a:pt x="4828" y="10"/>
                    <a:pt x="4481" y="377"/>
                    <a:pt x="4481" y="967"/>
                  </a:cubicBezTo>
                  <a:cubicBezTo>
                    <a:pt x="4441" y="2841"/>
                    <a:pt x="4420" y="4735"/>
                    <a:pt x="4380" y="6609"/>
                  </a:cubicBezTo>
                  <a:cubicBezTo>
                    <a:pt x="4318" y="9338"/>
                    <a:pt x="4217" y="12067"/>
                    <a:pt x="4156" y="14796"/>
                  </a:cubicBezTo>
                  <a:cubicBezTo>
                    <a:pt x="4115" y="16343"/>
                    <a:pt x="4074" y="17871"/>
                    <a:pt x="4033" y="19419"/>
                  </a:cubicBezTo>
                  <a:cubicBezTo>
                    <a:pt x="4033" y="19541"/>
                    <a:pt x="4033" y="19663"/>
                    <a:pt x="4013" y="19785"/>
                  </a:cubicBezTo>
                  <a:cubicBezTo>
                    <a:pt x="3972" y="20172"/>
                    <a:pt x="3748" y="20396"/>
                    <a:pt x="3341" y="20416"/>
                  </a:cubicBezTo>
                  <a:cubicBezTo>
                    <a:pt x="2934" y="20416"/>
                    <a:pt x="2730" y="20152"/>
                    <a:pt x="2710" y="19765"/>
                  </a:cubicBezTo>
                  <a:cubicBezTo>
                    <a:pt x="2689" y="19235"/>
                    <a:pt x="2710" y="18706"/>
                    <a:pt x="2710" y="18197"/>
                  </a:cubicBezTo>
                  <a:cubicBezTo>
                    <a:pt x="2648" y="13614"/>
                    <a:pt x="2608" y="9032"/>
                    <a:pt x="2567" y="4450"/>
                  </a:cubicBezTo>
                  <a:cubicBezTo>
                    <a:pt x="2547" y="3269"/>
                    <a:pt x="2567" y="2108"/>
                    <a:pt x="2587" y="927"/>
                  </a:cubicBezTo>
                  <a:cubicBezTo>
                    <a:pt x="2587" y="519"/>
                    <a:pt x="2424" y="214"/>
                    <a:pt x="2038" y="51"/>
                  </a:cubicBezTo>
                  <a:cubicBezTo>
                    <a:pt x="1936" y="17"/>
                    <a:pt x="1838" y="1"/>
                    <a:pt x="17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4"/>
            <p:cNvSpPr/>
            <p:nvPr/>
          </p:nvSpPr>
          <p:spPr>
            <a:xfrm>
              <a:off x="1304908" y="3229510"/>
              <a:ext cx="674316" cy="4326863"/>
            </a:xfrm>
            <a:custGeom>
              <a:avLst/>
              <a:gdLst/>
              <a:ahLst/>
              <a:cxnLst/>
              <a:rect l="l" t="t" r="r" b="b"/>
              <a:pathLst>
                <a:path w="12892" h="71318" extrusionOk="0">
                  <a:moveTo>
                    <a:pt x="6372" y="0"/>
                  </a:moveTo>
                  <a:cubicBezTo>
                    <a:pt x="5775" y="0"/>
                    <a:pt x="5176" y="239"/>
                    <a:pt x="4685" y="710"/>
                  </a:cubicBezTo>
                  <a:cubicBezTo>
                    <a:pt x="4074" y="1301"/>
                    <a:pt x="3666" y="2034"/>
                    <a:pt x="3483" y="2869"/>
                  </a:cubicBezTo>
                  <a:cubicBezTo>
                    <a:pt x="3239" y="4132"/>
                    <a:pt x="2954" y="5435"/>
                    <a:pt x="2913" y="6718"/>
                  </a:cubicBezTo>
                  <a:cubicBezTo>
                    <a:pt x="2791" y="10710"/>
                    <a:pt x="3035" y="14701"/>
                    <a:pt x="3442" y="18673"/>
                  </a:cubicBezTo>
                  <a:cubicBezTo>
                    <a:pt x="3951" y="23642"/>
                    <a:pt x="4522" y="28591"/>
                    <a:pt x="4929" y="33560"/>
                  </a:cubicBezTo>
                  <a:cubicBezTo>
                    <a:pt x="5153" y="36248"/>
                    <a:pt x="5112" y="38977"/>
                    <a:pt x="5153" y="41686"/>
                  </a:cubicBezTo>
                  <a:cubicBezTo>
                    <a:pt x="5173" y="44944"/>
                    <a:pt x="5133" y="48203"/>
                    <a:pt x="5153" y="51461"/>
                  </a:cubicBezTo>
                  <a:cubicBezTo>
                    <a:pt x="5173" y="52642"/>
                    <a:pt x="5153" y="53803"/>
                    <a:pt x="4766" y="54944"/>
                  </a:cubicBezTo>
                  <a:cubicBezTo>
                    <a:pt x="4583" y="55473"/>
                    <a:pt x="4277" y="55901"/>
                    <a:pt x="3768" y="56206"/>
                  </a:cubicBezTo>
                  <a:cubicBezTo>
                    <a:pt x="1935" y="57327"/>
                    <a:pt x="917" y="59058"/>
                    <a:pt x="408" y="61074"/>
                  </a:cubicBezTo>
                  <a:cubicBezTo>
                    <a:pt x="143" y="62072"/>
                    <a:pt x="1" y="63131"/>
                    <a:pt x="21" y="64149"/>
                  </a:cubicBezTo>
                  <a:cubicBezTo>
                    <a:pt x="62" y="66532"/>
                    <a:pt x="143" y="68914"/>
                    <a:pt x="225" y="71318"/>
                  </a:cubicBezTo>
                  <a:lnTo>
                    <a:pt x="2363" y="71318"/>
                  </a:lnTo>
                  <a:cubicBezTo>
                    <a:pt x="2363" y="69851"/>
                    <a:pt x="2363" y="68365"/>
                    <a:pt x="2363" y="66898"/>
                  </a:cubicBezTo>
                  <a:cubicBezTo>
                    <a:pt x="2363" y="66756"/>
                    <a:pt x="2363" y="66634"/>
                    <a:pt x="2404" y="66491"/>
                  </a:cubicBezTo>
                  <a:cubicBezTo>
                    <a:pt x="2465" y="66165"/>
                    <a:pt x="2668" y="65961"/>
                    <a:pt x="3035" y="65961"/>
                  </a:cubicBezTo>
                  <a:cubicBezTo>
                    <a:pt x="3361" y="65982"/>
                    <a:pt x="3544" y="66206"/>
                    <a:pt x="3585" y="66511"/>
                  </a:cubicBezTo>
                  <a:cubicBezTo>
                    <a:pt x="3605" y="66674"/>
                    <a:pt x="3626" y="66837"/>
                    <a:pt x="3626" y="67000"/>
                  </a:cubicBezTo>
                  <a:cubicBezTo>
                    <a:pt x="3666" y="68426"/>
                    <a:pt x="3687" y="69872"/>
                    <a:pt x="3727" y="71318"/>
                  </a:cubicBezTo>
                  <a:lnTo>
                    <a:pt x="5642" y="71318"/>
                  </a:lnTo>
                  <a:cubicBezTo>
                    <a:pt x="5642" y="71032"/>
                    <a:pt x="5642" y="70747"/>
                    <a:pt x="5642" y="70483"/>
                  </a:cubicBezTo>
                  <a:cubicBezTo>
                    <a:pt x="5642" y="69261"/>
                    <a:pt x="5642" y="68039"/>
                    <a:pt x="5642" y="66817"/>
                  </a:cubicBezTo>
                  <a:cubicBezTo>
                    <a:pt x="5662" y="66247"/>
                    <a:pt x="5886" y="65982"/>
                    <a:pt x="6355" y="65982"/>
                  </a:cubicBezTo>
                  <a:cubicBezTo>
                    <a:pt x="6371" y="65981"/>
                    <a:pt x="6387" y="65981"/>
                    <a:pt x="6403" y="65981"/>
                  </a:cubicBezTo>
                  <a:cubicBezTo>
                    <a:pt x="6859" y="65981"/>
                    <a:pt x="7088" y="66266"/>
                    <a:pt x="7088" y="66817"/>
                  </a:cubicBezTo>
                  <a:cubicBezTo>
                    <a:pt x="7088" y="68324"/>
                    <a:pt x="7088" y="69811"/>
                    <a:pt x="7108" y="71318"/>
                  </a:cubicBezTo>
                  <a:lnTo>
                    <a:pt x="9022" y="71318"/>
                  </a:lnTo>
                  <a:cubicBezTo>
                    <a:pt x="9022" y="71297"/>
                    <a:pt x="9022" y="71257"/>
                    <a:pt x="9022" y="71236"/>
                  </a:cubicBezTo>
                  <a:cubicBezTo>
                    <a:pt x="9063" y="69811"/>
                    <a:pt x="9084" y="68365"/>
                    <a:pt x="9124" y="66939"/>
                  </a:cubicBezTo>
                  <a:cubicBezTo>
                    <a:pt x="9124" y="66817"/>
                    <a:pt x="9124" y="66695"/>
                    <a:pt x="9145" y="66593"/>
                  </a:cubicBezTo>
                  <a:cubicBezTo>
                    <a:pt x="9185" y="66226"/>
                    <a:pt x="9389" y="66002"/>
                    <a:pt x="9776" y="66002"/>
                  </a:cubicBezTo>
                  <a:cubicBezTo>
                    <a:pt x="10163" y="66002"/>
                    <a:pt x="10346" y="66247"/>
                    <a:pt x="10367" y="66613"/>
                  </a:cubicBezTo>
                  <a:cubicBezTo>
                    <a:pt x="10387" y="67102"/>
                    <a:pt x="10367" y="67591"/>
                    <a:pt x="10367" y="68079"/>
                  </a:cubicBezTo>
                  <a:cubicBezTo>
                    <a:pt x="10367" y="69159"/>
                    <a:pt x="10387" y="70238"/>
                    <a:pt x="10387" y="71318"/>
                  </a:cubicBezTo>
                  <a:lnTo>
                    <a:pt x="12566" y="71318"/>
                  </a:lnTo>
                  <a:cubicBezTo>
                    <a:pt x="12627" y="69770"/>
                    <a:pt x="12688" y="68222"/>
                    <a:pt x="12729" y="66674"/>
                  </a:cubicBezTo>
                  <a:cubicBezTo>
                    <a:pt x="12790" y="64699"/>
                    <a:pt x="12892" y="62703"/>
                    <a:pt x="12261" y="60768"/>
                  </a:cubicBezTo>
                  <a:cubicBezTo>
                    <a:pt x="11629" y="58772"/>
                    <a:pt x="10550" y="57102"/>
                    <a:pt x="8676" y="56003"/>
                  </a:cubicBezTo>
                  <a:cubicBezTo>
                    <a:pt x="8350" y="55799"/>
                    <a:pt x="8126" y="55310"/>
                    <a:pt x="7963" y="54923"/>
                  </a:cubicBezTo>
                  <a:cubicBezTo>
                    <a:pt x="7577" y="53905"/>
                    <a:pt x="7577" y="52846"/>
                    <a:pt x="7577" y="51787"/>
                  </a:cubicBezTo>
                  <a:cubicBezTo>
                    <a:pt x="7577" y="48997"/>
                    <a:pt x="7556" y="46207"/>
                    <a:pt x="7577" y="43417"/>
                  </a:cubicBezTo>
                  <a:cubicBezTo>
                    <a:pt x="7597" y="40545"/>
                    <a:pt x="7556" y="37674"/>
                    <a:pt x="7719" y="34802"/>
                  </a:cubicBezTo>
                  <a:cubicBezTo>
                    <a:pt x="7943" y="31218"/>
                    <a:pt x="8371" y="27634"/>
                    <a:pt x="8697" y="24049"/>
                  </a:cubicBezTo>
                  <a:cubicBezTo>
                    <a:pt x="9022" y="20587"/>
                    <a:pt x="9430" y="17145"/>
                    <a:pt x="9674" y="13683"/>
                  </a:cubicBezTo>
                  <a:cubicBezTo>
                    <a:pt x="9837" y="11341"/>
                    <a:pt x="9837" y="8979"/>
                    <a:pt x="9817" y="6616"/>
                  </a:cubicBezTo>
                  <a:cubicBezTo>
                    <a:pt x="9817" y="5007"/>
                    <a:pt x="9613" y="3419"/>
                    <a:pt x="8900" y="1953"/>
                  </a:cubicBezTo>
                  <a:cubicBezTo>
                    <a:pt x="8676" y="1505"/>
                    <a:pt x="8371" y="1057"/>
                    <a:pt x="8025" y="710"/>
                  </a:cubicBezTo>
                  <a:cubicBezTo>
                    <a:pt x="7549" y="234"/>
                    <a:pt x="6962" y="0"/>
                    <a:pt x="63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18" name="Google Shape;418;p34"/>
          <p:cNvSpPr/>
          <p:nvPr/>
        </p:nvSpPr>
        <p:spPr>
          <a:xfrm flipH="1">
            <a:off x="-407811" y="3370894"/>
            <a:ext cx="910408" cy="3969783"/>
          </a:xfrm>
          <a:custGeom>
            <a:avLst/>
            <a:gdLst/>
            <a:ahLst/>
            <a:cxnLst/>
            <a:rect l="l" t="t" r="r" b="b"/>
            <a:pathLst>
              <a:path w="15805" h="69320" extrusionOk="0">
                <a:moveTo>
                  <a:pt x="7897" y="1"/>
                </a:moveTo>
                <a:cubicBezTo>
                  <a:pt x="7054" y="1"/>
                  <a:pt x="6217" y="309"/>
                  <a:pt x="5438" y="912"/>
                </a:cubicBezTo>
                <a:cubicBezTo>
                  <a:pt x="3605" y="2317"/>
                  <a:pt x="2607" y="4252"/>
                  <a:pt x="1793" y="6329"/>
                </a:cubicBezTo>
                <a:cubicBezTo>
                  <a:pt x="591" y="9465"/>
                  <a:pt x="1" y="12683"/>
                  <a:pt x="367" y="16043"/>
                </a:cubicBezTo>
                <a:cubicBezTo>
                  <a:pt x="510" y="17530"/>
                  <a:pt x="958" y="18935"/>
                  <a:pt x="1813" y="20178"/>
                </a:cubicBezTo>
                <a:cubicBezTo>
                  <a:pt x="2648" y="21379"/>
                  <a:pt x="3748" y="22194"/>
                  <a:pt x="5112" y="22642"/>
                </a:cubicBezTo>
                <a:cubicBezTo>
                  <a:pt x="5846" y="22866"/>
                  <a:pt x="6314" y="23314"/>
                  <a:pt x="6456" y="24027"/>
                </a:cubicBezTo>
                <a:cubicBezTo>
                  <a:pt x="6619" y="24760"/>
                  <a:pt x="6721" y="25534"/>
                  <a:pt x="6742" y="26287"/>
                </a:cubicBezTo>
                <a:cubicBezTo>
                  <a:pt x="6803" y="27815"/>
                  <a:pt x="6762" y="29342"/>
                  <a:pt x="6762" y="30870"/>
                </a:cubicBezTo>
                <a:cubicBezTo>
                  <a:pt x="6762" y="33293"/>
                  <a:pt x="6843" y="35717"/>
                  <a:pt x="6701" y="38140"/>
                </a:cubicBezTo>
                <a:cubicBezTo>
                  <a:pt x="6497" y="41663"/>
                  <a:pt x="6151" y="45186"/>
                  <a:pt x="5866" y="48710"/>
                </a:cubicBezTo>
                <a:cubicBezTo>
                  <a:pt x="5744" y="50074"/>
                  <a:pt x="5560" y="51439"/>
                  <a:pt x="5438" y="52824"/>
                </a:cubicBezTo>
                <a:cubicBezTo>
                  <a:pt x="5214" y="55451"/>
                  <a:pt x="4929" y="58078"/>
                  <a:pt x="4807" y="60705"/>
                </a:cubicBezTo>
                <a:cubicBezTo>
                  <a:pt x="4685" y="63128"/>
                  <a:pt x="4522" y="65552"/>
                  <a:pt x="5051" y="67955"/>
                </a:cubicBezTo>
                <a:cubicBezTo>
                  <a:pt x="5153" y="68424"/>
                  <a:pt x="5296" y="68872"/>
                  <a:pt x="5459" y="69320"/>
                </a:cubicBezTo>
                <a:lnTo>
                  <a:pt x="10326" y="69320"/>
                </a:lnTo>
                <a:cubicBezTo>
                  <a:pt x="10693" y="68444"/>
                  <a:pt x="10876" y="67487"/>
                  <a:pt x="10896" y="66530"/>
                </a:cubicBezTo>
                <a:cubicBezTo>
                  <a:pt x="11120" y="61316"/>
                  <a:pt x="10733" y="56367"/>
                  <a:pt x="10143" y="51174"/>
                </a:cubicBezTo>
                <a:cubicBezTo>
                  <a:pt x="9511" y="45655"/>
                  <a:pt x="8900" y="40115"/>
                  <a:pt x="8961" y="34535"/>
                </a:cubicBezTo>
                <a:cubicBezTo>
                  <a:pt x="8982" y="31766"/>
                  <a:pt x="8941" y="28976"/>
                  <a:pt x="8982" y="26206"/>
                </a:cubicBezTo>
                <a:cubicBezTo>
                  <a:pt x="9002" y="25412"/>
                  <a:pt x="9165" y="24597"/>
                  <a:pt x="9348" y="23823"/>
                </a:cubicBezTo>
                <a:cubicBezTo>
                  <a:pt x="9471" y="23314"/>
                  <a:pt x="9817" y="22907"/>
                  <a:pt x="10367" y="22723"/>
                </a:cubicBezTo>
                <a:cubicBezTo>
                  <a:pt x="13157" y="21848"/>
                  <a:pt x="14643" y="19811"/>
                  <a:pt x="15214" y="17062"/>
                </a:cubicBezTo>
                <a:cubicBezTo>
                  <a:pt x="15804" y="14149"/>
                  <a:pt x="15397" y="11298"/>
                  <a:pt x="14643" y="8488"/>
                </a:cubicBezTo>
                <a:cubicBezTo>
                  <a:pt x="14134" y="6553"/>
                  <a:pt x="13381" y="4700"/>
                  <a:pt x="12261" y="3030"/>
                </a:cubicBezTo>
                <a:cubicBezTo>
                  <a:pt x="11650" y="2134"/>
                  <a:pt x="10957" y="1299"/>
                  <a:pt x="10041" y="688"/>
                </a:cubicBezTo>
                <a:cubicBezTo>
                  <a:pt x="9345" y="227"/>
                  <a:pt x="8619" y="1"/>
                  <a:pt x="78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4"/>
          <p:cNvSpPr/>
          <p:nvPr/>
        </p:nvSpPr>
        <p:spPr>
          <a:xfrm flipH="1">
            <a:off x="8039581" y="-1359710"/>
            <a:ext cx="844741" cy="3795461"/>
          </a:xfrm>
          <a:custGeom>
            <a:avLst/>
            <a:gdLst/>
            <a:ahLst/>
            <a:cxnLst/>
            <a:rect l="l" t="t" r="r" b="b"/>
            <a:pathLst>
              <a:path w="14665" h="66276" extrusionOk="0">
                <a:moveTo>
                  <a:pt x="7369" y="0"/>
                </a:moveTo>
                <a:cubicBezTo>
                  <a:pt x="6666" y="0"/>
                  <a:pt x="5956" y="407"/>
                  <a:pt x="5459" y="1220"/>
                </a:cubicBezTo>
                <a:cubicBezTo>
                  <a:pt x="4848" y="2238"/>
                  <a:pt x="4603" y="3378"/>
                  <a:pt x="4542" y="4539"/>
                </a:cubicBezTo>
                <a:cubicBezTo>
                  <a:pt x="4481" y="6067"/>
                  <a:pt x="4522" y="7614"/>
                  <a:pt x="4522" y="9142"/>
                </a:cubicBezTo>
                <a:cubicBezTo>
                  <a:pt x="4481" y="9162"/>
                  <a:pt x="4420" y="9162"/>
                  <a:pt x="4359" y="9162"/>
                </a:cubicBezTo>
                <a:cubicBezTo>
                  <a:pt x="4664" y="12360"/>
                  <a:pt x="4889" y="15577"/>
                  <a:pt x="5255" y="18775"/>
                </a:cubicBezTo>
                <a:cubicBezTo>
                  <a:pt x="5846" y="23907"/>
                  <a:pt x="6416" y="29039"/>
                  <a:pt x="6355" y="34232"/>
                </a:cubicBezTo>
                <a:cubicBezTo>
                  <a:pt x="6334" y="36798"/>
                  <a:pt x="6375" y="39364"/>
                  <a:pt x="6334" y="41951"/>
                </a:cubicBezTo>
                <a:cubicBezTo>
                  <a:pt x="6314" y="42684"/>
                  <a:pt x="6172" y="43437"/>
                  <a:pt x="5988" y="44170"/>
                </a:cubicBezTo>
                <a:cubicBezTo>
                  <a:pt x="5886" y="44639"/>
                  <a:pt x="5561" y="45026"/>
                  <a:pt x="5051" y="45168"/>
                </a:cubicBezTo>
                <a:cubicBezTo>
                  <a:pt x="2445" y="46003"/>
                  <a:pt x="1080" y="47877"/>
                  <a:pt x="551" y="50443"/>
                </a:cubicBezTo>
                <a:cubicBezTo>
                  <a:pt x="1" y="53131"/>
                  <a:pt x="367" y="55779"/>
                  <a:pt x="1080" y="58406"/>
                </a:cubicBezTo>
                <a:cubicBezTo>
                  <a:pt x="1549" y="60198"/>
                  <a:pt x="2261" y="61909"/>
                  <a:pt x="3280" y="63457"/>
                </a:cubicBezTo>
                <a:cubicBezTo>
                  <a:pt x="3850" y="64292"/>
                  <a:pt x="4502" y="65066"/>
                  <a:pt x="5337" y="65615"/>
                </a:cubicBezTo>
                <a:cubicBezTo>
                  <a:pt x="5999" y="66060"/>
                  <a:pt x="6678" y="66276"/>
                  <a:pt x="7351" y="66276"/>
                </a:cubicBezTo>
                <a:cubicBezTo>
                  <a:pt x="8127" y="66276"/>
                  <a:pt x="8893" y="65988"/>
                  <a:pt x="9613" y="65432"/>
                </a:cubicBezTo>
                <a:cubicBezTo>
                  <a:pt x="11324" y="64129"/>
                  <a:pt x="12261" y="62316"/>
                  <a:pt x="12994" y="60402"/>
                </a:cubicBezTo>
                <a:cubicBezTo>
                  <a:pt x="14114" y="57490"/>
                  <a:pt x="14664" y="54496"/>
                  <a:pt x="14338" y="51380"/>
                </a:cubicBezTo>
                <a:cubicBezTo>
                  <a:pt x="14175" y="49995"/>
                  <a:pt x="13788" y="48692"/>
                  <a:pt x="12974" y="47531"/>
                </a:cubicBezTo>
                <a:cubicBezTo>
                  <a:pt x="12220" y="46431"/>
                  <a:pt x="11181" y="45678"/>
                  <a:pt x="9919" y="45270"/>
                </a:cubicBezTo>
                <a:cubicBezTo>
                  <a:pt x="9247" y="45046"/>
                  <a:pt x="8819" y="44639"/>
                  <a:pt x="8677" y="43987"/>
                </a:cubicBezTo>
                <a:cubicBezTo>
                  <a:pt x="8514" y="43295"/>
                  <a:pt x="8432" y="42582"/>
                  <a:pt x="8412" y="41890"/>
                </a:cubicBezTo>
                <a:cubicBezTo>
                  <a:pt x="8371" y="40464"/>
                  <a:pt x="8391" y="39038"/>
                  <a:pt x="8391" y="37633"/>
                </a:cubicBezTo>
                <a:cubicBezTo>
                  <a:pt x="8391" y="35373"/>
                  <a:pt x="8330" y="33112"/>
                  <a:pt x="8453" y="30872"/>
                </a:cubicBezTo>
                <a:cubicBezTo>
                  <a:pt x="8636" y="27613"/>
                  <a:pt x="8941" y="24334"/>
                  <a:pt x="9226" y="21076"/>
                </a:cubicBezTo>
                <a:cubicBezTo>
                  <a:pt x="9328" y="19793"/>
                  <a:pt x="9512" y="18530"/>
                  <a:pt x="9613" y="17247"/>
                </a:cubicBezTo>
                <a:cubicBezTo>
                  <a:pt x="9837" y="14824"/>
                  <a:pt x="10082" y="12380"/>
                  <a:pt x="10204" y="9936"/>
                </a:cubicBezTo>
                <a:cubicBezTo>
                  <a:pt x="10326" y="7696"/>
                  <a:pt x="10469" y="5435"/>
                  <a:pt x="9980" y="3215"/>
                </a:cubicBezTo>
                <a:cubicBezTo>
                  <a:pt x="9837" y="2523"/>
                  <a:pt x="9593" y="1831"/>
                  <a:pt x="9247" y="1240"/>
                </a:cubicBezTo>
                <a:cubicBezTo>
                  <a:pt x="8777" y="413"/>
                  <a:pt x="8076" y="0"/>
                  <a:pt x="73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420" name="Google Shape;420;p34"/>
          <p:cNvSpPr/>
          <p:nvPr/>
        </p:nvSpPr>
        <p:spPr>
          <a:xfrm flipH="1">
            <a:off x="7653075" y="2707750"/>
            <a:ext cx="569842" cy="5393500"/>
          </a:xfrm>
          <a:custGeom>
            <a:avLst/>
            <a:gdLst/>
            <a:ahLst/>
            <a:cxnLst/>
            <a:rect l="l" t="t" r="r" b="b"/>
            <a:pathLst>
              <a:path w="10916" h="103921" extrusionOk="0">
                <a:moveTo>
                  <a:pt x="3033" y="1"/>
                </a:moveTo>
                <a:cubicBezTo>
                  <a:pt x="2757" y="1"/>
                  <a:pt x="2471" y="34"/>
                  <a:pt x="2179" y="97"/>
                </a:cubicBezTo>
                <a:cubicBezTo>
                  <a:pt x="1222" y="321"/>
                  <a:pt x="570" y="891"/>
                  <a:pt x="448" y="1848"/>
                </a:cubicBezTo>
                <a:cubicBezTo>
                  <a:pt x="326" y="2765"/>
                  <a:pt x="306" y="3701"/>
                  <a:pt x="306" y="4618"/>
                </a:cubicBezTo>
                <a:cubicBezTo>
                  <a:pt x="285" y="13090"/>
                  <a:pt x="285" y="21562"/>
                  <a:pt x="285" y="28120"/>
                </a:cubicBezTo>
                <a:cubicBezTo>
                  <a:pt x="346" y="38262"/>
                  <a:pt x="387" y="46489"/>
                  <a:pt x="448" y="54717"/>
                </a:cubicBezTo>
                <a:cubicBezTo>
                  <a:pt x="448" y="55837"/>
                  <a:pt x="550" y="56937"/>
                  <a:pt x="611" y="58057"/>
                </a:cubicBezTo>
                <a:cubicBezTo>
                  <a:pt x="631" y="58607"/>
                  <a:pt x="876" y="58994"/>
                  <a:pt x="1385" y="59279"/>
                </a:cubicBezTo>
                <a:cubicBezTo>
                  <a:pt x="1568" y="59381"/>
                  <a:pt x="1731" y="59625"/>
                  <a:pt x="1772" y="59829"/>
                </a:cubicBezTo>
                <a:cubicBezTo>
                  <a:pt x="1874" y="60236"/>
                  <a:pt x="1894" y="60643"/>
                  <a:pt x="1894" y="61071"/>
                </a:cubicBezTo>
                <a:cubicBezTo>
                  <a:pt x="1874" y="65083"/>
                  <a:pt x="1874" y="69075"/>
                  <a:pt x="1813" y="73087"/>
                </a:cubicBezTo>
                <a:cubicBezTo>
                  <a:pt x="1751" y="76651"/>
                  <a:pt x="1426" y="80194"/>
                  <a:pt x="937" y="83738"/>
                </a:cubicBezTo>
                <a:cubicBezTo>
                  <a:pt x="326" y="88178"/>
                  <a:pt x="0" y="92658"/>
                  <a:pt x="183" y="97159"/>
                </a:cubicBezTo>
                <a:cubicBezTo>
                  <a:pt x="244" y="98788"/>
                  <a:pt x="509" y="100417"/>
                  <a:pt x="1303" y="101884"/>
                </a:cubicBezTo>
                <a:cubicBezTo>
                  <a:pt x="1967" y="103091"/>
                  <a:pt x="2910" y="103920"/>
                  <a:pt x="4366" y="103920"/>
                </a:cubicBezTo>
                <a:cubicBezTo>
                  <a:pt x="4384" y="103920"/>
                  <a:pt x="4402" y="103920"/>
                  <a:pt x="4419" y="103920"/>
                </a:cubicBezTo>
                <a:cubicBezTo>
                  <a:pt x="5478" y="103900"/>
                  <a:pt x="6293" y="103391"/>
                  <a:pt x="6924" y="102576"/>
                </a:cubicBezTo>
                <a:cubicBezTo>
                  <a:pt x="7739" y="101517"/>
                  <a:pt x="8167" y="100295"/>
                  <a:pt x="8268" y="99032"/>
                </a:cubicBezTo>
                <a:cubicBezTo>
                  <a:pt x="8431" y="97199"/>
                  <a:pt x="8574" y="95367"/>
                  <a:pt x="8513" y="93554"/>
                </a:cubicBezTo>
                <a:cubicBezTo>
                  <a:pt x="8431" y="90703"/>
                  <a:pt x="8248" y="87852"/>
                  <a:pt x="8004" y="85001"/>
                </a:cubicBezTo>
                <a:cubicBezTo>
                  <a:pt x="7800" y="82658"/>
                  <a:pt x="7352" y="80316"/>
                  <a:pt x="7169" y="77954"/>
                </a:cubicBezTo>
                <a:cubicBezTo>
                  <a:pt x="6965" y="75266"/>
                  <a:pt x="6884" y="72557"/>
                  <a:pt x="6843" y="69869"/>
                </a:cubicBezTo>
                <a:cubicBezTo>
                  <a:pt x="6782" y="66957"/>
                  <a:pt x="6802" y="64044"/>
                  <a:pt x="6802" y="61132"/>
                </a:cubicBezTo>
                <a:cubicBezTo>
                  <a:pt x="6802" y="60908"/>
                  <a:pt x="6802" y="60704"/>
                  <a:pt x="6823" y="60480"/>
                </a:cubicBezTo>
                <a:cubicBezTo>
                  <a:pt x="6843" y="59666"/>
                  <a:pt x="6863" y="59666"/>
                  <a:pt x="7596" y="59401"/>
                </a:cubicBezTo>
                <a:cubicBezTo>
                  <a:pt x="8492" y="59075"/>
                  <a:pt x="9002" y="58403"/>
                  <a:pt x="9348" y="57548"/>
                </a:cubicBezTo>
                <a:cubicBezTo>
                  <a:pt x="10183" y="55532"/>
                  <a:pt x="10305" y="53414"/>
                  <a:pt x="10427" y="51296"/>
                </a:cubicBezTo>
                <a:cubicBezTo>
                  <a:pt x="10916" y="42905"/>
                  <a:pt x="10651" y="34514"/>
                  <a:pt x="10529" y="26144"/>
                </a:cubicBezTo>
                <a:cubicBezTo>
                  <a:pt x="10468" y="22845"/>
                  <a:pt x="10305" y="19546"/>
                  <a:pt x="10020" y="16246"/>
                </a:cubicBezTo>
                <a:cubicBezTo>
                  <a:pt x="9796" y="13864"/>
                  <a:pt x="9307" y="11501"/>
                  <a:pt x="8879" y="9139"/>
                </a:cubicBezTo>
                <a:cubicBezTo>
                  <a:pt x="8492" y="7123"/>
                  <a:pt x="7882" y="5168"/>
                  <a:pt x="6884" y="3355"/>
                </a:cubicBezTo>
                <a:cubicBezTo>
                  <a:pt x="6415" y="2500"/>
                  <a:pt x="5804" y="1685"/>
                  <a:pt x="5132" y="932"/>
                </a:cubicBezTo>
                <a:cubicBezTo>
                  <a:pt x="4557" y="280"/>
                  <a:pt x="3835" y="1"/>
                  <a:pt x="303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4"/>
              </a:solidFill>
            </a:endParaRPr>
          </a:p>
        </p:txBody>
      </p:sp>
      <p:sp>
        <p:nvSpPr>
          <p:cNvPr id="421" name="Google Shape;421;p34"/>
          <p:cNvSpPr txBox="1">
            <a:spLocks noGrp="1"/>
          </p:cNvSpPr>
          <p:nvPr>
            <p:ph type="subTitle" idx="1"/>
          </p:nvPr>
        </p:nvSpPr>
        <p:spPr>
          <a:xfrm flipH="1">
            <a:off x="1490925" y="2281349"/>
            <a:ext cx="2368200" cy="139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6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2"/>
          <p:cNvSpPr/>
          <p:nvPr/>
        </p:nvSpPr>
        <p:spPr>
          <a:xfrm>
            <a:off x="7880099" y="-1151602"/>
            <a:ext cx="937365" cy="4211452"/>
          </a:xfrm>
          <a:custGeom>
            <a:avLst/>
            <a:gdLst/>
            <a:ahLst/>
            <a:cxnLst/>
            <a:rect l="l" t="t" r="r" b="b"/>
            <a:pathLst>
              <a:path w="16273" h="73540" extrusionOk="0">
                <a:moveTo>
                  <a:pt x="8190" y="0"/>
                </a:moveTo>
                <a:cubicBezTo>
                  <a:pt x="7408" y="0"/>
                  <a:pt x="6619" y="453"/>
                  <a:pt x="6069" y="1360"/>
                </a:cubicBezTo>
                <a:cubicBezTo>
                  <a:pt x="5377" y="2480"/>
                  <a:pt x="5092" y="3742"/>
                  <a:pt x="5051" y="5025"/>
                </a:cubicBezTo>
                <a:cubicBezTo>
                  <a:pt x="4827" y="10402"/>
                  <a:pt x="5234" y="15493"/>
                  <a:pt x="5845" y="20849"/>
                </a:cubicBezTo>
                <a:cubicBezTo>
                  <a:pt x="6497" y="26531"/>
                  <a:pt x="7108" y="32234"/>
                  <a:pt x="7047" y="37977"/>
                </a:cubicBezTo>
                <a:cubicBezTo>
                  <a:pt x="7027" y="40828"/>
                  <a:pt x="7067" y="43700"/>
                  <a:pt x="7027" y="46551"/>
                </a:cubicBezTo>
                <a:cubicBezTo>
                  <a:pt x="7006" y="47365"/>
                  <a:pt x="6843" y="48200"/>
                  <a:pt x="6640" y="49015"/>
                </a:cubicBezTo>
                <a:cubicBezTo>
                  <a:pt x="6517" y="49544"/>
                  <a:pt x="6171" y="49952"/>
                  <a:pt x="5601" y="50135"/>
                </a:cubicBezTo>
                <a:cubicBezTo>
                  <a:pt x="2729" y="51031"/>
                  <a:pt x="1202" y="53129"/>
                  <a:pt x="611" y="55980"/>
                </a:cubicBezTo>
                <a:cubicBezTo>
                  <a:pt x="0" y="58974"/>
                  <a:pt x="408" y="61906"/>
                  <a:pt x="1182" y="64798"/>
                </a:cubicBezTo>
                <a:cubicBezTo>
                  <a:pt x="1711" y="66794"/>
                  <a:pt x="2505" y="68688"/>
                  <a:pt x="3646" y="70419"/>
                </a:cubicBezTo>
                <a:cubicBezTo>
                  <a:pt x="4277" y="71356"/>
                  <a:pt x="4990" y="72191"/>
                  <a:pt x="5927" y="72822"/>
                </a:cubicBezTo>
                <a:cubicBezTo>
                  <a:pt x="6653" y="73303"/>
                  <a:pt x="7405" y="73540"/>
                  <a:pt x="8151" y="73540"/>
                </a:cubicBezTo>
                <a:cubicBezTo>
                  <a:pt x="9017" y="73540"/>
                  <a:pt x="9874" y="73222"/>
                  <a:pt x="10672" y="72598"/>
                </a:cubicBezTo>
                <a:cubicBezTo>
                  <a:pt x="12566" y="71152"/>
                  <a:pt x="13605" y="69156"/>
                  <a:pt x="14419" y="67018"/>
                </a:cubicBezTo>
                <a:cubicBezTo>
                  <a:pt x="15662" y="63800"/>
                  <a:pt x="16273" y="60481"/>
                  <a:pt x="15906" y="57019"/>
                </a:cubicBezTo>
                <a:cubicBezTo>
                  <a:pt x="15743" y="55471"/>
                  <a:pt x="15295" y="54045"/>
                  <a:pt x="14399" y="52762"/>
                </a:cubicBezTo>
                <a:cubicBezTo>
                  <a:pt x="13564" y="51540"/>
                  <a:pt x="12423" y="50685"/>
                  <a:pt x="11018" y="50237"/>
                </a:cubicBezTo>
                <a:cubicBezTo>
                  <a:pt x="10265" y="49993"/>
                  <a:pt x="9776" y="49524"/>
                  <a:pt x="9633" y="48811"/>
                </a:cubicBezTo>
                <a:cubicBezTo>
                  <a:pt x="9450" y="48037"/>
                  <a:pt x="9348" y="47264"/>
                  <a:pt x="9328" y="46469"/>
                </a:cubicBezTo>
                <a:cubicBezTo>
                  <a:pt x="9287" y="44901"/>
                  <a:pt x="9308" y="43333"/>
                  <a:pt x="9308" y="41745"/>
                </a:cubicBezTo>
                <a:cubicBezTo>
                  <a:pt x="9328" y="39260"/>
                  <a:pt x="9246" y="36755"/>
                  <a:pt x="9369" y="34270"/>
                </a:cubicBezTo>
                <a:cubicBezTo>
                  <a:pt x="9572" y="30625"/>
                  <a:pt x="9939" y="27000"/>
                  <a:pt x="10244" y="23375"/>
                </a:cubicBezTo>
                <a:cubicBezTo>
                  <a:pt x="10367" y="21970"/>
                  <a:pt x="10550" y="20564"/>
                  <a:pt x="10672" y="19139"/>
                </a:cubicBezTo>
                <a:cubicBezTo>
                  <a:pt x="10916" y="16451"/>
                  <a:pt x="11202" y="13742"/>
                  <a:pt x="11324" y="11033"/>
                </a:cubicBezTo>
                <a:cubicBezTo>
                  <a:pt x="11466" y="8528"/>
                  <a:pt x="11629" y="6023"/>
                  <a:pt x="11079" y="3559"/>
                </a:cubicBezTo>
                <a:cubicBezTo>
                  <a:pt x="10916" y="2806"/>
                  <a:pt x="10652" y="2032"/>
                  <a:pt x="10265" y="1360"/>
                </a:cubicBezTo>
                <a:cubicBezTo>
                  <a:pt x="9745" y="453"/>
                  <a:pt x="8972" y="0"/>
                  <a:pt x="81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42"/>
          <p:cNvSpPr/>
          <p:nvPr/>
        </p:nvSpPr>
        <p:spPr>
          <a:xfrm>
            <a:off x="8469023" y="-3137268"/>
            <a:ext cx="1037075" cy="4662033"/>
          </a:xfrm>
          <a:custGeom>
            <a:avLst/>
            <a:gdLst/>
            <a:ahLst/>
            <a:cxnLst/>
            <a:rect l="l" t="t" r="r" b="b"/>
            <a:pathLst>
              <a:path w="18004" h="81408" extrusionOk="0">
                <a:moveTo>
                  <a:pt x="8988" y="1"/>
                </a:moveTo>
                <a:cubicBezTo>
                  <a:pt x="8029" y="1"/>
                  <a:pt x="7078" y="355"/>
                  <a:pt x="6191" y="1045"/>
                </a:cubicBezTo>
                <a:cubicBezTo>
                  <a:pt x="4114" y="2633"/>
                  <a:pt x="2953" y="4853"/>
                  <a:pt x="2057" y="7215"/>
                </a:cubicBezTo>
                <a:cubicBezTo>
                  <a:pt x="672" y="10779"/>
                  <a:pt x="0" y="14466"/>
                  <a:pt x="407" y="18294"/>
                </a:cubicBezTo>
                <a:cubicBezTo>
                  <a:pt x="591" y="20005"/>
                  <a:pt x="1079" y="21594"/>
                  <a:pt x="2077" y="23019"/>
                </a:cubicBezTo>
                <a:cubicBezTo>
                  <a:pt x="3014" y="24363"/>
                  <a:pt x="4277" y="25300"/>
                  <a:pt x="5825" y="25809"/>
                </a:cubicBezTo>
                <a:cubicBezTo>
                  <a:pt x="6660" y="26074"/>
                  <a:pt x="7189" y="26583"/>
                  <a:pt x="7352" y="27398"/>
                </a:cubicBezTo>
                <a:cubicBezTo>
                  <a:pt x="7556" y="28233"/>
                  <a:pt x="7657" y="29108"/>
                  <a:pt x="7698" y="29964"/>
                </a:cubicBezTo>
                <a:cubicBezTo>
                  <a:pt x="7739" y="31715"/>
                  <a:pt x="7719" y="33446"/>
                  <a:pt x="7698" y="35198"/>
                </a:cubicBezTo>
                <a:cubicBezTo>
                  <a:pt x="7698" y="37947"/>
                  <a:pt x="7780" y="40717"/>
                  <a:pt x="7637" y="43486"/>
                </a:cubicBezTo>
                <a:cubicBezTo>
                  <a:pt x="7413" y="47498"/>
                  <a:pt x="7026" y="51510"/>
                  <a:pt x="6680" y="55522"/>
                </a:cubicBezTo>
                <a:cubicBezTo>
                  <a:pt x="6537" y="57091"/>
                  <a:pt x="6334" y="58659"/>
                  <a:pt x="6191" y="60207"/>
                </a:cubicBezTo>
                <a:cubicBezTo>
                  <a:pt x="5926" y="63221"/>
                  <a:pt x="5621" y="66214"/>
                  <a:pt x="5478" y="69208"/>
                </a:cubicBezTo>
                <a:cubicBezTo>
                  <a:pt x="5336" y="71957"/>
                  <a:pt x="5153" y="74748"/>
                  <a:pt x="5743" y="77477"/>
                </a:cubicBezTo>
                <a:cubicBezTo>
                  <a:pt x="5926" y="78311"/>
                  <a:pt x="6232" y="79167"/>
                  <a:pt x="6660" y="79900"/>
                </a:cubicBezTo>
                <a:cubicBezTo>
                  <a:pt x="7240" y="80908"/>
                  <a:pt x="8095" y="81407"/>
                  <a:pt x="8958" y="81407"/>
                </a:cubicBezTo>
                <a:cubicBezTo>
                  <a:pt x="9821" y="81407"/>
                  <a:pt x="10692" y="80908"/>
                  <a:pt x="11303" y="79920"/>
                </a:cubicBezTo>
                <a:cubicBezTo>
                  <a:pt x="12056" y="78678"/>
                  <a:pt x="12362" y="77273"/>
                  <a:pt x="12423" y="75847"/>
                </a:cubicBezTo>
                <a:cubicBezTo>
                  <a:pt x="12667" y="69901"/>
                  <a:pt x="12219" y="64259"/>
                  <a:pt x="11547" y="58333"/>
                </a:cubicBezTo>
                <a:cubicBezTo>
                  <a:pt x="10835" y="52040"/>
                  <a:pt x="10142" y="45727"/>
                  <a:pt x="10203" y="39373"/>
                </a:cubicBezTo>
                <a:cubicBezTo>
                  <a:pt x="10244" y="36216"/>
                  <a:pt x="10183" y="33039"/>
                  <a:pt x="10244" y="29882"/>
                </a:cubicBezTo>
                <a:cubicBezTo>
                  <a:pt x="10244" y="28966"/>
                  <a:pt x="10448" y="28049"/>
                  <a:pt x="10651" y="27153"/>
                </a:cubicBezTo>
                <a:cubicBezTo>
                  <a:pt x="10794" y="26563"/>
                  <a:pt x="11181" y="26115"/>
                  <a:pt x="11812" y="25911"/>
                </a:cubicBezTo>
                <a:cubicBezTo>
                  <a:pt x="15009" y="24913"/>
                  <a:pt x="16679" y="22591"/>
                  <a:pt x="17331" y="19435"/>
                </a:cubicBezTo>
                <a:cubicBezTo>
                  <a:pt x="18003" y="16136"/>
                  <a:pt x="17555" y="12877"/>
                  <a:pt x="16700" y="9680"/>
                </a:cubicBezTo>
                <a:cubicBezTo>
                  <a:pt x="16109" y="7460"/>
                  <a:pt x="15254" y="5362"/>
                  <a:pt x="13971" y="3468"/>
                </a:cubicBezTo>
                <a:cubicBezTo>
                  <a:pt x="13278" y="2430"/>
                  <a:pt x="12484" y="1493"/>
                  <a:pt x="11445" y="800"/>
                </a:cubicBezTo>
                <a:cubicBezTo>
                  <a:pt x="10645" y="263"/>
                  <a:pt x="9813" y="1"/>
                  <a:pt x="898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42"/>
          <p:cNvSpPr/>
          <p:nvPr/>
        </p:nvSpPr>
        <p:spPr>
          <a:xfrm>
            <a:off x="7665416" y="3679956"/>
            <a:ext cx="937365" cy="3889322"/>
          </a:xfrm>
          <a:custGeom>
            <a:avLst/>
            <a:gdLst/>
            <a:ahLst/>
            <a:cxnLst/>
            <a:rect l="l" t="t" r="r" b="b"/>
            <a:pathLst>
              <a:path w="16273" h="67915" extrusionOk="0">
                <a:moveTo>
                  <a:pt x="8175" y="1"/>
                </a:moveTo>
                <a:cubicBezTo>
                  <a:pt x="7393" y="1"/>
                  <a:pt x="6609" y="454"/>
                  <a:pt x="6070" y="1360"/>
                </a:cubicBezTo>
                <a:cubicBezTo>
                  <a:pt x="5377" y="2480"/>
                  <a:pt x="5092" y="3743"/>
                  <a:pt x="5031" y="5026"/>
                </a:cubicBezTo>
                <a:cubicBezTo>
                  <a:pt x="4807" y="10402"/>
                  <a:pt x="5214" y="15494"/>
                  <a:pt x="5825" y="20850"/>
                </a:cubicBezTo>
                <a:cubicBezTo>
                  <a:pt x="6477" y="26532"/>
                  <a:pt x="7108" y="32234"/>
                  <a:pt x="7047" y="37977"/>
                </a:cubicBezTo>
                <a:cubicBezTo>
                  <a:pt x="7006" y="40828"/>
                  <a:pt x="7067" y="43700"/>
                  <a:pt x="7027" y="46551"/>
                </a:cubicBezTo>
                <a:cubicBezTo>
                  <a:pt x="7006" y="47366"/>
                  <a:pt x="6823" y="48201"/>
                  <a:pt x="6640" y="49015"/>
                </a:cubicBezTo>
                <a:cubicBezTo>
                  <a:pt x="6518" y="49545"/>
                  <a:pt x="6151" y="49952"/>
                  <a:pt x="5601" y="50136"/>
                </a:cubicBezTo>
                <a:cubicBezTo>
                  <a:pt x="2709" y="51032"/>
                  <a:pt x="1202" y="53129"/>
                  <a:pt x="612" y="55980"/>
                </a:cubicBezTo>
                <a:cubicBezTo>
                  <a:pt x="1" y="58974"/>
                  <a:pt x="408" y="61907"/>
                  <a:pt x="1182" y="64799"/>
                </a:cubicBezTo>
                <a:cubicBezTo>
                  <a:pt x="1467" y="65878"/>
                  <a:pt x="1833" y="66917"/>
                  <a:pt x="2261" y="67915"/>
                </a:cubicBezTo>
                <a:lnTo>
                  <a:pt x="14053" y="67915"/>
                </a:lnTo>
                <a:cubicBezTo>
                  <a:pt x="14175" y="67609"/>
                  <a:pt x="14297" y="67324"/>
                  <a:pt x="14419" y="67019"/>
                </a:cubicBezTo>
                <a:cubicBezTo>
                  <a:pt x="15662" y="63801"/>
                  <a:pt x="16273" y="60481"/>
                  <a:pt x="15906" y="57019"/>
                </a:cubicBezTo>
                <a:cubicBezTo>
                  <a:pt x="15743" y="55492"/>
                  <a:pt x="15275" y="54046"/>
                  <a:pt x="14399" y="52763"/>
                </a:cubicBezTo>
                <a:cubicBezTo>
                  <a:pt x="13544" y="51541"/>
                  <a:pt x="12403" y="50685"/>
                  <a:pt x="10998" y="50237"/>
                </a:cubicBezTo>
                <a:cubicBezTo>
                  <a:pt x="10244" y="49993"/>
                  <a:pt x="9776" y="49525"/>
                  <a:pt x="9613" y="48812"/>
                </a:cubicBezTo>
                <a:cubicBezTo>
                  <a:pt x="9450" y="48038"/>
                  <a:pt x="9348" y="47244"/>
                  <a:pt x="9328" y="46470"/>
                </a:cubicBezTo>
                <a:cubicBezTo>
                  <a:pt x="9267" y="44902"/>
                  <a:pt x="9308" y="43333"/>
                  <a:pt x="9308" y="41745"/>
                </a:cubicBezTo>
                <a:cubicBezTo>
                  <a:pt x="9308" y="39260"/>
                  <a:pt x="9226" y="36755"/>
                  <a:pt x="9369" y="34271"/>
                </a:cubicBezTo>
                <a:cubicBezTo>
                  <a:pt x="9572" y="30625"/>
                  <a:pt x="9919" y="27000"/>
                  <a:pt x="10244" y="23375"/>
                </a:cubicBezTo>
                <a:cubicBezTo>
                  <a:pt x="10346" y="21970"/>
                  <a:pt x="10550" y="20565"/>
                  <a:pt x="10672" y="19139"/>
                </a:cubicBezTo>
                <a:cubicBezTo>
                  <a:pt x="10917" y="16451"/>
                  <a:pt x="11181" y="13742"/>
                  <a:pt x="11324" y="11034"/>
                </a:cubicBezTo>
                <a:cubicBezTo>
                  <a:pt x="11446" y="8529"/>
                  <a:pt x="11609" y="6024"/>
                  <a:pt x="11079" y="3560"/>
                </a:cubicBezTo>
                <a:cubicBezTo>
                  <a:pt x="10917" y="2806"/>
                  <a:pt x="10652" y="2032"/>
                  <a:pt x="10265" y="1360"/>
                </a:cubicBezTo>
                <a:cubicBezTo>
                  <a:pt x="9735" y="454"/>
                  <a:pt x="8956" y="1"/>
                  <a:pt x="817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42"/>
          <p:cNvSpPr/>
          <p:nvPr/>
        </p:nvSpPr>
        <p:spPr>
          <a:xfrm>
            <a:off x="-386783" y="-1560670"/>
            <a:ext cx="796643" cy="5226747"/>
          </a:xfrm>
          <a:custGeom>
            <a:avLst/>
            <a:gdLst/>
            <a:ahLst/>
            <a:cxnLst/>
            <a:rect l="l" t="t" r="r" b="b"/>
            <a:pathLst>
              <a:path w="13830" h="91269" extrusionOk="0">
                <a:moveTo>
                  <a:pt x="1744" y="1"/>
                </a:moveTo>
                <a:cubicBezTo>
                  <a:pt x="1499" y="1"/>
                  <a:pt x="1283" y="115"/>
                  <a:pt x="1121" y="336"/>
                </a:cubicBezTo>
                <a:cubicBezTo>
                  <a:pt x="999" y="499"/>
                  <a:pt x="938" y="723"/>
                  <a:pt x="938" y="927"/>
                </a:cubicBezTo>
                <a:cubicBezTo>
                  <a:pt x="836" y="2923"/>
                  <a:pt x="754" y="4939"/>
                  <a:pt x="673" y="6935"/>
                </a:cubicBezTo>
                <a:cubicBezTo>
                  <a:pt x="490" y="11191"/>
                  <a:pt x="286" y="15447"/>
                  <a:pt x="164" y="19704"/>
                </a:cubicBezTo>
                <a:cubicBezTo>
                  <a:pt x="82" y="21822"/>
                  <a:pt x="1" y="23960"/>
                  <a:pt x="653" y="26017"/>
                </a:cubicBezTo>
                <a:cubicBezTo>
                  <a:pt x="1345" y="28176"/>
                  <a:pt x="2506" y="29968"/>
                  <a:pt x="4502" y="31149"/>
                </a:cubicBezTo>
                <a:cubicBezTo>
                  <a:pt x="4868" y="31353"/>
                  <a:pt x="5113" y="31882"/>
                  <a:pt x="5276" y="32310"/>
                </a:cubicBezTo>
                <a:cubicBezTo>
                  <a:pt x="5703" y="33389"/>
                  <a:pt x="5683" y="34550"/>
                  <a:pt x="5683" y="35691"/>
                </a:cubicBezTo>
                <a:cubicBezTo>
                  <a:pt x="5703" y="38664"/>
                  <a:pt x="5724" y="41658"/>
                  <a:pt x="5703" y="44651"/>
                </a:cubicBezTo>
                <a:cubicBezTo>
                  <a:pt x="5663" y="47727"/>
                  <a:pt x="5724" y="50822"/>
                  <a:pt x="5540" y="53897"/>
                </a:cubicBezTo>
                <a:cubicBezTo>
                  <a:pt x="5296" y="57747"/>
                  <a:pt x="4848" y="61596"/>
                  <a:pt x="4481" y="65445"/>
                </a:cubicBezTo>
                <a:cubicBezTo>
                  <a:pt x="4135" y="69151"/>
                  <a:pt x="3707" y="72858"/>
                  <a:pt x="3443" y="76585"/>
                </a:cubicBezTo>
                <a:cubicBezTo>
                  <a:pt x="3280" y="79090"/>
                  <a:pt x="3280" y="81635"/>
                  <a:pt x="3280" y="84161"/>
                </a:cubicBezTo>
                <a:cubicBezTo>
                  <a:pt x="3300" y="85871"/>
                  <a:pt x="3524" y="87582"/>
                  <a:pt x="4278" y="89150"/>
                </a:cubicBezTo>
                <a:cubicBezTo>
                  <a:pt x="4522" y="89639"/>
                  <a:pt x="4828" y="90128"/>
                  <a:pt x="5215" y="90515"/>
                </a:cubicBezTo>
                <a:cubicBezTo>
                  <a:pt x="5729" y="91019"/>
                  <a:pt x="6353" y="91268"/>
                  <a:pt x="6980" y="91268"/>
                </a:cubicBezTo>
                <a:cubicBezTo>
                  <a:pt x="7620" y="91268"/>
                  <a:pt x="8264" y="91009"/>
                  <a:pt x="8799" y="90494"/>
                </a:cubicBezTo>
                <a:cubicBezTo>
                  <a:pt x="9451" y="89863"/>
                  <a:pt x="9899" y="89069"/>
                  <a:pt x="10082" y="88193"/>
                </a:cubicBezTo>
                <a:cubicBezTo>
                  <a:pt x="10367" y="86828"/>
                  <a:pt x="10652" y="85423"/>
                  <a:pt x="10693" y="84038"/>
                </a:cubicBezTo>
                <a:cubicBezTo>
                  <a:pt x="10835" y="79762"/>
                  <a:pt x="10571" y="75485"/>
                  <a:pt x="10143" y="71208"/>
                </a:cubicBezTo>
                <a:cubicBezTo>
                  <a:pt x="9593" y="65893"/>
                  <a:pt x="8982" y="60577"/>
                  <a:pt x="8534" y="55242"/>
                </a:cubicBezTo>
                <a:cubicBezTo>
                  <a:pt x="8290" y="52350"/>
                  <a:pt x="8330" y="49417"/>
                  <a:pt x="8310" y="46505"/>
                </a:cubicBezTo>
                <a:cubicBezTo>
                  <a:pt x="8269" y="43022"/>
                  <a:pt x="8310" y="39519"/>
                  <a:pt x="8290" y="36016"/>
                </a:cubicBezTo>
                <a:cubicBezTo>
                  <a:pt x="8290" y="34754"/>
                  <a:pt x="8310" y="33512"/>
                  <a:pt x="8697" y="32290"/>
                </a:cubicBezTo>
                <a:cubicBezTo>
                  <a:pt x="8901" y="31699"/>
                  <a:pt x="9227" y="31271"/>
                  <a:pt x="9776" y="30925"/>
                </a:cubicBezTo>
                <a:cubicBezTo>
                  <a:pt x="11752" y="29724"/>
                  <a:pt x="12852" y="27870"/>
                  <a:pt x="13402" y="25691"/>
                </a:cubicBezTo>
                <a:cubicBezTo>
                  <a:pt x="13666" y="24632"/>
                  <a:pt x="13829" y="23512"/>
                  <a:pt x="13809" y="22412"/>
                </a:cubicBezTo>
                <a:cubicBezTo>
                  <a:pt x="13748" y="18502"/>
                  <a:pt x="13585" y="14612"/>
                  <a:pt x="13463" y="10702"/>
                </a:cubicBezTo>
                <a:cubicBezTo>
                  <a:pt x="13361" y="8177"/>
                  <a:pt x="13259" y="5651"/>
                  <a:pt x="13157" y="3126"/>
                </a:cubicBezTo>
                <a:cubicBezTo>
                  <a:pt x="13116" y="2413"/>
                  <a:pt x="13096" y="1680"/>
                  <a:pt x="13055" y="967"/>
                </a:cubicBezTo>
                <a:cubicBezTo>
                  <a:pt x="13035" y="377"/>
                  <a:pt x="12689" y="10"/>
                  <a:pt x="12200" y="10"/>
                </a:cubicBezTo>
                <a:cubicBezTo>
                  <a:pt x="11711" y="10"/>
                  <a:pt x="11406" y="377"/>
                  <a:pt x="11406" y="988"/>
                </a:cubicBezTo>
                <a:cubicBezTo>
                  <a:pt x="11406" y="7138"/>
                  <a:pt x="11283" y="13248"/>
                  <a:pt x="11283" y="19398"/>
                </a:cubicBezTo>
                <a:cubicBezTo>
                  <a:pt x="11283" y="19541"/>
                  <a:pt x="11283" y="19704"/>
                  <a:pt x="11263" y="19867"/>
                </a:cubicBezTo>
                <a:cubicBezTo>
                  <a:pt x="11182" y="20213"/>
                  <a:pt x="10958" y="20437"/>
                  <a:pt x="10571" y="20437"/>
                </a:cubicBezTo>
                <a:cubicBezTo>
                  <a:pt x="10204" y="20416"/>
                  <a:pt x="10021" y="20192"/>
                  <a:pt x="9980" y="19846"/>
                </a:cubicBezTo>
                <a:cubicBezTo>
                  <a:pt x="9939" y="19683"/>
                  <a:pt x="9939" y="19520"/>
                  <a:pt x="9939" y="19337"/>
                </a:cubicBezTo>
                <a:cubicBezTo>
                  <a:pt x="9797" y="13289"/>
                  <a:pt x="9654" y="7220"/>
                  <a:pt x="9512" y="1171"/>
                </a:cubicBezTo>
                <a:cubicBezTo>
                  <a:pt x="9512" y="1049"/>
                  <a:pt x="9512" y="927"/>
                  <a:pt x="9512" y="804"/>
                </a:cubicBezTo>
                <a:cubicBezTo>
                  <a:pt x="9452" y="330"/>
                  <a:pt x="9086" y="9"/>
                  <a:pt x="8674" y="9"/>
                </a:cubicBezTo>
                <a:cubicBezTo>
                  <a:pt x="8661" y="9"/>
                  <a:pt x="8649" y="10"/>
                  <a:pt x="8636" y="10"/>
                </a:cubicBezTo>
                <a:cubicBezTo>
                  <a:pt x="8208" y="31"/>
                  <a:pt x="7862" y="356"/>
                  <a:pt x="7842" y="825"/>
                </a:cubicBezTo>
                <a:cubicBezTo>
                  <a:pt x="7821" y="1578"/>
                  <a:pt x="7821" y="2332"/>
                  <a:pt x="7821" y="3106"/>
                </a:cubicBezTo>
                <a:cubicBezTo>
                  <a:pt x="7801" y="7260"/>
                  <a:pt x="7801" y="11435"/>
                  <a:pt x="7781" y="15610"/>
                </a:cubicBezTo>
                <a:cubicBezTo>
                  <a:pt x="7760" y="16914"/>
                  <a:pt x="7781" y="18237"/>
                  <a:pt x="7760" y="19541"/>
                </a:cubicBezTo>
                <a:cubicBezTo>
                  <a:pt x="7760" y="20152"/>
                  <a:pt x="7516" y="20437"/>
                  <a:pt x="7007" y="20437"/>
                </a:cubicBezTo>
                <a:cubicBezTo>
                  <a:pt x="6991" y="20438"/>
                  <a:pt x="6975" y="20438"/>
                  <a:pt x="6960" y="20438"/>
                </a:cubicBezTo>
                <a:cubicBezTo>
                  <a:pt x="6481" y="20438"/>
                  <a:pt x="6232" y="20133"/>
                  <a:pt x="6212" y="19541"/>
                </a:cubicBezTo>
                <a:cubicBezTo>
                  <a:pt x="6212" y="15834"/>
                  <a:pt x="6192" y="12128"/>
                  <a:pt x="6192" y="8421"/>
                </a:cubicBezTo>
                <a:cubicBezTo>
                  <a:pt x="6172" y="5937"/>
                  <a:pt x="6151" y="3472"/>
                  <a:pt x="6131" y="988"/>
                </a:cubicBezTo>
                <a:cubicBezTo>
                  <a:pt x="6131" y="377"/>
                  <a:pt x="5805" y="10"/>
                  <a:pt x="5316" y="10"/>
                </a:cubicBezTo>
                <a:cubicBezTo>
                  <a:pt x="4828" y="10"/>
                  <a:pt x="4481" y="377"/>
                  <a:pt x="4481" y="967"/>
                </a:cubicBezTo>
                <a:cubicBezTo>
                  <a:pt x="4441" y="2841"/>
                  <a:pt x="4420" y="4735"/>
                  <a:pt x="4380" y="6609"/>
                </a:cubicBezTo>
                <a:cubicBezTo>
                  <a:pt x="4318" y="9338"/>
                  <a:pt x="4217" y="12067"/>
                  <a:pt x="4156" y="14796"/>
                </a:cubicBezTo>
                <a:cubicBezTo>
                  <a:pt x="4115" y="16343"/>
                  <a:pt x="4074" y="17871"/>
                  <a:pt x="4033" y="19419"/>
                </a:cubicBezTo>
                <a:cubicBezTo>
                  <a:pt x="4033" y="19541"/>
                  <a:pt x="4033" y="19663"/>
                  <a:pt x="4013" y="19785"/>
                </a:cubicBezTo>
                <a:cubicBezTo>
                  <a:pt x="3972" y="20172"/>
                  <a:pt x="3748" y="20396"/>
                  <a:pt x="3341" y="20416"/>
                </a:cubicBezTo>
                <a:cubicBezTo>
                  <a:pt x="2934" y="20416"/>
                  <a:pt x="2730" y="20152"/>
                  <a:pt x="2710" y="19765"/>
                </a:cubicBezTo>
                <a:cubicBezTo>
                  <a:pt x="2689" y="19235"/>
                  <a:pt x="2710" y="18706"/>
                  <a:pt x="2710" y="18197"/>
                </a:cubicBezTo>
                <a:cubicBezTo>
                  <a:pt x="2648" y="13614"/>
                  <a:pt x="2608" y="9032"/>
                  <a:pt x="2567" y="4450"/>
                </a:cubicBezTo>
                <a:cubicBezTo>
                  <a:pt x="2547" y="3269"/>
                  <a:pt x="2567" y="2108"/>
                  <a:pt x="2587" y="927"/>
                </a:cubicBezTo>
                <a:cubicBezTo>
                  <a:pt x="2587" y="519"/>
                  <a:pt x="2424" y="214"/>
                  <a:pt x="2038" y="51"/>
                </a:cubicBezTo>
                <a:cubicBezTo>
                  <a:pt x="1936" y="17"/>
                  <a:pt x="1838" y="1"/>
                  <a:pt x="174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42"/>
          <p:cNvSpPr/>
          <p:nvPr/>
        </p:nvSpPr>
        <p:spPr>
          <a:xfrm>
            <a:off x="-365643" y="4018472"/>
            <a:ext cx="742611" cy="4084204"/>
          </a:xfrm>
          <a:custGeom>
            <a:avLst/>
            <a:gdLst/>
            <a:ahLst/>
            <a:cxnLst/>
            <a:rect l="l" t="t" r="r" b="b"/>
            <a:pathLst>
              <a:path w="12892" h="71318" extrusionOk="0">
                <a:moveTo>
                  <a:pt x="6372" y="0"/>
                </a:moveTo>
                <a:cubicBezTo>
                  <a:pt x="5775" y="0"/>
                  <a:pt x="5176" y="239"/>
                  <a:pt x="4685" y="710"/>
                </a:cubicBezTo>
                <a:cubicBezTo>
                  <a:pt x="4074" y="1301"/>
                  <a:pt x="3666" y="2034"/>
                  <a:pt x="3483" y="2869"/>
                </a:cubicBezTo>
                <a:cubicBezTo>
                  <a:pt x="3239" y="4132"/>
                  <a:pt x="2954" y="5435"/>
                  <a:pt x="2913" y="6718"/>
                </a:cubicBezTo>
                <a:cubicBezTo>
                  <a:pt x="2791" y="10710"/>
                  <a:pt x="3035" y="14701"/>
                  <a:pt x="3442" y="18673"/>
                </a:cubicBezTo>
                <a:cubicBezTo>
                  <a:pt x="3951" y="23642"/>
                  <a:pt x="4522" y="28591"/>
                  <a:pt x="4929" y="33560"/>
                </a:cubicBezTo>
                <a:cubicBezTo>
                  <a:pt x="5153" y="36248"/>
                  <a:pt x="5112" y="38977"/>
                  <a:pt x="5153" y="41686"/>
                </a:cubicBezTo>
                <a:cubicBezTo>
                  <a:pt x="5173" y="44944"/>
                  <a:pt x="5133" y="48203"/>
                  <a:pt x="5153" y="51461"/>
                </a:cubicBezTo>
                <a:cubicBezTo>
                  <a:pt x="5173" y="52642"/>
                  <a:pt x="5153" y="53803"/>
                  <a:pt x="4766" y="54944"/>
                </a:cubicBezTo>
                <a:cubicBezTo>
                  <a:pt x="4583" y="55473"/>
                  <a:pt x="4277" y="55901"/>
                  <a:pt x="3768" y="56206"/>
                </a:cubicBezTo>
                <a:cubicBezTo>
                  <a:pt x="1935" y="57327"/>
                  <a:pt x="917" y="59058"/>
                  <a:pt x="408" y="61074"/>
                </a:cubicBezTo>
                <a:cubicBezTo>
                  <a:pt x="143" y="62072"/>
                  <a:pt x="1" y="63131"/>
                  <a:pt x="21" y="64149"/>
                </a:cubicBezTo>
                <a:cubicBezTo>
                  <a:pt x="62" y="66532"/>
                  <a:pt x="143" y="68914"/>
                  <a:pt x="225" y="71318"/>
                </a:cubicBezTo>
                <a:lnTo>
                  <a:pt x="2363" y="71318"/>
                </a:lnTo>
                <a:cubicBezTo>
                  <a:pt x="2363" y="69851"/>
                  <a:pt x="2363" y="68365"/>
                  <a:pt x="2363" y="66898"/>
                </a:cubicBezTo>
                <a:cubicBezTo>
                  <a:pt x="2363" y="66756"/>
                  <a:pt x="2363" y="66634"/>
                  <a:pt x="2404" y="66491"/>
                </a:cubicBezTo>
                <a:cubicBezTo>
                  <a:pt x="2465" y="66165"/>
                  <a:pt x="2668" y="65961"/>
                  <a:pt x="3035" y="65961"/>
                </a:cubicBezTo>
                <a:cubicBezTo>
                  <a:pt x="3361" y="65982"/>
                  <a:pt x="3544" y="66206"/>
                  <a:pt x="3585" y="66511"/>
                </a:cubicBezTo>
                <a:cubicBezTo>
                  <a:pt x="3605" y="66674"/>
                  <a:pt x="3626" y="66837"/>
                  <a:pt x="3626" y="67000"/>
                </a:cubicBezTo>
                <a:cubicBezTo>
                  <a:pt x="3666" y="68426"/>
                  <a:pt x="3687" y="69872"/>
                  <a:pt x="3727" y="71318"/>
                </a:cubicBezTo>
                <a:lnTo>
                  <a:pt x="5642" y="71318"/>
                </a:lnTo>
                <a:cubicBezTo>
                  <a:pt x="5642" y="71032"/>
                  <a:pt x="5642" y="70747"/>
                  <a:pt x="5642" y="70483"/>
                </a:cubicBezTo>
                <a:cubicBezTo>
                  <a:pt x="5642" y="69261"/>
                  <a:pt x="5642" y="68039"/>
                  <a:pt x="5642" y="66817"/>
                </a:cubicBezTo>
                <a:cubicBezTo>
                  <a:pt x="5662" y="66247"/>
                  <a:pt x="5886" y="65982"/>
                  <a:pt x="6355" y="65982"/>
                </a:cubicBezTo>
                <a:cubicBezTo>
                  <a:pt x="6371" y="65981"/>
                  <a:pt x="6387" y="65981"/>
                  <a:pt x="6403" y="65981"/>
                </a:cubicBezTo>
                <a:cubicBezTo>
                  <a:pt x="6859" y="65981"/>
                  <a:pt x="7088" y="66266"/>
                  <a:pt x="7088" y="66817"/>
                </a:cubicBezTo>
                <a:cubicBezTo>
                  <a:pt x="7088" y="68324"/>
                  <a:pt x="7088" y="69811"/>
                  <a:pt x="7108" y="71318"/>
                </a:cubicBezTo>
                <a:lnTo>
                  <a:pt x="9022" y="71318"/>
                </a:lnTo>
                <a:cubicBezTo>
                  <a:pt x="9022" y="71297"/>
                  <a:pt x="9022" y="71257"/>
                  <a:pt x="9022" y="71236"/>
                </a:cubicBezTo>
                <a:cubicBezTo>
                  <a:pt x="9063" y="69811"/>
                  <a:pt x="9084" y="68365"/>
                  <a:pt x="9124" y="66939"/>
                </a:cubicBezTo>
                <a:cubicBezTo>
                  <a:pt x="9124" y="66817"/>
                  <a:pt x="9124" y="66695"/>
                  <a:pt x="9145" y="66593"/>
                </a:cubicBezTo>
                <a:cubicBezTo>
                  <a:pt x="9185" y="66226"/>
                  <a:pt x="9389" y="66002"/>
                  <a:pt x="9776" y="66002"/>
                </a:cubicBezTo>
                <a:cubicBezTo>
                  <a:pt x="10163" y="66002"/>
                  <a:pt x="10346" y="66247"/>
                  <a:pt x="10367" y="66613"/>
                </a:cubicBezTo>
                <a:cubicBezTo>
                  <a:pt x="10387" y="67102"/>
                  <a:pt x="10367" y="67591"/>
                  <a:pt x="10367" y="68079"/>
                </a:cubicBezTo>
                <a:cubicBezTo>
                  <a:pt x="10367" y="69159"/>
                  <a:pt x="10387" y="70238"/>
                  <a:pt x="10387" y="71318"/>
                </a:cubicBezTo>
                <a:lnTo>
                  <a:pt x="12566" y="71318"/>
                </a:lnTo>
                <a:cubicBezTo>
                  <a:pt x="12627" y="69770"/>
                  <a:pt x="12688" y="68222"/>
                  <a:pt x="12729" y="66674"/>
                </a:cubicBezTo>
                <a:cubicBezTo>
                  <a:pt x="12790" y="64699"/>
                  <a:pt x="12892" y="62703"/>
                  <a:pt x="12261" y="60768"/>
                </a:cubicBezTo>
                <a:cubicBezTo>
                  <a:pt x="11629" y="58772"/>
                  <a:pt x="10550" y="57102"/>
                  <a:pt x="8676" y="56003"/>
                </a:cubicBezTo>
                <a:cubicBezTo>
                  <a:pt x="8350" y="55799"/>
                  <a:pt x="8126" y="55310"/>
                  <a:pt x="7963" y="54923"/>
                </a:cubicBezTo>
                <a:cubicBezTo>
                  <a:pt x="7577" y="53905"/>
                  <a:pt x="7577" y="52846"/>
                  <a:pt x="7577" y="51787"/>
                </a:cubicBezTo>
                <a:cubicBezTo>
                  <a:pt x="7577" y="48997"/>
                  <a:pt x="7556" y="46207"/>
                  <a:pt x="7577" y="43417"/>
                </a:cubicBezTo>
                <a:cubicBezTo>
                  <a:pt x="7597" y="40545"/>
                  <a:pt x="7556" y="37674"/>
                  <a:pt x="7719" y="34802"/>
                </a:cubicBezTo>
                <a:cubicBezTo>
                  <a:pt x="7943" y="31218"/>
                  <a:pt x="8371" y="27634"/>
                  <a:pt x="8697" y="24049"/>
                </a:cubicBezTo>
                <a:cubicBezTo>
                  <a:pt x="9022" y="20587"/>
                  <a:pt x="9430" y="17145"/>
                  <a:pt x="9674" y="13683"/>
                </a:cubicBezTo>
                <a:cubicBezTo>
                  <a:pt x="9837" y="11341"/>
                  <a:pt x="9837" y="8979"/>
                  <a:pt x="9817" y="6616"/>
                </a:cubicBezTo>
                <a:cubicBezTo>
                  <a:pt x="9817" y="5007"/>
                  <a:pt x="9613" y="3419"/>
                  <a:pt x="8900" y="1953"/>
                </a:cubicBezTo>
                <a:cubicBezTo>
                  <a:pt x="8676" y="1505"/>
                  <a:pt x="8371" y="1057"/>
                  <a:pt x="8025" y="710"/>
                </a:cubicBezTo>
                <a:cubicBezTo>
                  <a:pt x="7549" y="234"/>
                  <a:pt x="6962" y="0"/>
                  <a:pt x="637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42"/>
          <p:cNvSpPr/>
          <p:nvPr/>
        </p:nvSpPr>
        <p:spPr>
          <a:xfrm>
            <a:off x="402776" y="-1512110"/>
            <a:ext cx="844741" cy="3795461"/>
          </a:xfrm>
          <a:custGeom>
            <a:avLst/>
            <a:gdLst/>
            <a:ahLst/>
            <a:cxnLst/>
            <a:rect l="l" t="t" r="r" b="b"/>
            <a:pathLst>
              <a:path w="14665" h="66276" extrusionOk="0">
                <a:moveTo>
                  <a:pt x="7369" y="0"/>
                </a:moveTo>
                <a:cubicBezTo>
                  <a:pt x="6666" y="0"/>
                  <a:pt x="5956" y="407"/>
                  <a:pt x="5459" y="1220"/>
                </a:cubicBezTo>
                <a:cubicBezTo>
                  <a:pt x="4848" y="2238"/>
                  <a:pt x="4603" y="3378"/>
                  <a:pt x="4542" y="4539"/>
                </a:cubicBezTo>
                <a:cubicBezTo>
                  <a:pt x="4481" y="6067"/>
                  <a:pt x="4522" y="7614"/>
                  <a:pt x="4522" y="9142"/>
                </a:cubicBezTo>
                <a:cubicBezTo>
                  <a:pt x="4481" y="9162"/>
                  <a:pt x="4420" y="9162"/>
                  <a:pt x="4359" y="9162"/>
                </a:cubicBezTo>
                <a:cubicBezTo>
                  <a:pt x="4664" y="12360"/>
                  <a:pt x="4889" y="15577"/>
                  <a:pt x="5255" y="18775"/>
                </a:cubicBezTo>
                <a:cubicBezTo>
                  <a:pt x="5846" y="23907"/>
                  <a:pt x="6416" y="29039"/>
                  <a:pt x="6355" y="34232"/>
                </a:cubicBezTo>
                <a:cubicBezTo>
                  <a:pt x="6334" y="36798"/>
                  <a:pt x="6375" y="39364"/>
                  <a:pt x="6334" y="41951"/>
                </a:cubicBezTo>
                <a:cubicBezTo>
                  <a:pt x="6314" y="42684"/>
                  <a:pt x="6172" y="43437"/>
                  <a:pt x="5988" y="44170"/>
                </a:cubicBezTo>
                <a:cubicBezTo>
                  <a:pt x="5886" y="44639"/>
                  <a:pt x="5561" y="45026"/>
                  <a:pt x="5051" y="45168"/>
                </a:cubicBezTo>
                <a:cubicBezTo>
                  <a:pt x="2445" y="46003"/>
                  <a:pt x="1080" y="47877"/>
                  <a:pt x="551" y="50443"/>
                </a:cubicBezTo>
                <a:cubicBezTo>
                  <a:pt x="1" y="53131"/>
                  <a:pt x="367" y="55779"/>
                  <a:pt x="1080" y="58406"/>
                </a:cubicBezTo>
                <a:cubicBezTo>
                  <a:pt x="1549" y="60198"/>
                  <a:pt x="2261" y="61909"/>
                  <a:pt x="3280" y="63457"/>
                </a:cubicBezTo>
                <a:cubicBezTo>
                  <a:pt x="3850" y="64292"/>
                  <a:pt x="4502" y="65066"/>
                  <a:pt x="5337" y="65615"/>
                </a:cubicBezTo>
                <a:cubicBezTo>
                  <a:pt x="5999" y="66060"/>
                  <a:pt x="6678" y="66276"/>
                  <a:pt x="7351" y="66276"/>
                </a:cubicBezTo>
                <a:cubicBezTo>
                  <a:pt x="8127" y="66276"/>
                  <a:pt x="8893" y="65988"/>
                  <a:pt x="9613" y="65432"/>
                </a:cubicBezTo>
                <a:cubicBezTo>
                  <a:pt x="11324" y="64129"/>
                  <a:pt x="12261" y="62316"/>
                  <a:pt x="12994" y="60402"/>
                </a:cubicBezTo>
                <a:cubicBezTo>
                  <a:pt x="14114" y="57490"/>
                  <a:pt x="14664" y="54496"/>
                  <a:pt x="14338" y="51380"/>
                </a:cubicBezTo>
                <a:cubicBezTo>
                  <a:pt x="14175" y="49995"/>
                  <a:pt x="13788" y="48692"/>
                  <a:pt x="12974" y="47531"/>
                </a:cubicBezTo>
                <a:cubicBezTo>
                  <a:pt x="12220" y="46431"/>
                  <a:pt x="11181" y="45678"/>
                  <a:pt x="9919" y="45270"/>
                </a:cubicBezTo>
                <a:cubicBezTo>
                  <a:pt x="9247" y="45046"/>
                  <a:pt x="8819" y="44639"/>
                  <a:pt x="8677" y="43987"/>
                </a:cubicBezTo>
                <a:cubicBezTo>
                  <a:pt x="8514" y="43295"/>
                  <a:pt x="8432" y="42582"/>
                  <a:pt x="8412" y="41890"/>
                </a:cubicBezTo>
                <a:cubicBezTo>
                  <a:pt x="8371" y="40464"/>
                  <a:pt x="8391" y="39038"/>
                  <a:pt x="8391" y="37633"/>
                </a:cubicBezTo>
                <a:cubicBezTo>
                  <a:pt x="8391" y="35373"/>
                  <a:pt x="8330" y="33112"/>
                  <a:pt x="8453" y="30872"/>
                </a:cubicBezTo>
                <a:cubicBezTo>
                  <a:pt x="8636" y="27613"/>
                  <a:pt x="8941" y="24334"/>
                  <a:pt x="9226" y="21076"/>
                </a:cubicBezTo>
                <a:cubicBezTo>
                  <a:pt x="9328" y="19793"/>
                  <a:pt x="9512" y="18530"/>
                  <a:pt x="9613" y="17247"/>
                </a:cubicBezTo>
                <a:cubicBezTo>
                  <a:pt x="9837" y="14824"/>
                  <a:pt x="10082" y="12380"/>
                  <a:pt x="10204" y="9936"/>
                </a:cubicBezTo>
                <a:cubicBezTo>
                  <a:pt x="10326" y="7696"/>
                  <a:pt x="10469" y="5435"/>
                  <a:pt x="9980" y="3215"/>
                </a:cubicBezTo>
                <a:cubicBezTo>
                  <a:pt x="9837" y="2523"/>
                  <a:pt x="9593" y="1831"/>
                  <a:pt x="9247" y="1240"/>
                </a:cubicBezTo>
                <a:cubicBezTo>
                  <a:pt x="8777" y="413"/>
                  <a:pt x="8076" y="0"/>
                  <a:pt x="73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506" name="Google Shape;506;p42"/>
          <p:cNvSpPr/>
          <p:nvPr/>
        </p:nvSpPr>
        <p:spPr>
          <a:xfrm>
            <a:off x="572868" y="2715507"/>
            <a:ext cx="628789" cy="5951296"/>
          </a:xfrm>
          <a:custGeom>
            <a:avLst/>
            <a:gdLst/>
            <a:ahLst/>
            <a:cxnLst/>
            <a:rect l="l" t="t" r="r" b="b"/>
            <a:pathLst>
              <a:path w="10916" h="103921" extrusionOk="0">
                <a:moveTo>
                  <a:pt x="3033" y="1"/>
                </a:moveTo>
                <a:cubicBezTo>
                  <a:pt x="2757" y="1"/>
                  <a:pt x="2471" y="34"/>
                  <a:pt x="2179" y="97"/>
                </a:cubicBezTo>
                <a:cubicBezTo>
                  <a:pt x="1222" y="321"/>
                  <a:pt x="570" y="891"/>
                  <a:pt x="448" y="1848"/>
                </a:cubicBezTo>
                <a:cubicBezTo>
                  <a:pt x="326" y="2765"/>
                  <a:pt x="306" y="3701"/>
                  <a:pt x="306" y="4618"/>
                </a:cubicBezTo>
                <a:cubicBezTo>
                  <a:pt x="285" y="13090"/>
                  <a:pt x="285" y="21562"/>
                  <a:pt x="285" y="28120"/>
                </a:cubicBezTo>
                <a:cubicBezTo>
                  <a:pt x="346" y="38262"/>
                  <a:pt x="387" y="46489"/>
                  <a:pt x="448" y="54717"/>
                </a:cubicBezTo>
                <a:cubicBezTo>
                  <a:pt x="448" y="55837"/>
                  <a:pt x="550" y="56937"/>
                  <a:pt x="611" y="58057"/>
                </a:cubicBezTo>
                <a:cubicBezTo>
                  <a:pt x="631" y="58607"/>
                  <a:pt x="876" y="58994"/>
                  <a:pt x="1385" y="59279"/>
                </a:cubicBezTo>
                <a:cubicBezTo>
                  <a:pt x="1568" y="59381"/>
                  <a:pt x="1731" y="59625"/>
                  <a:pt x="1772" y="59829"/>
                </a:cubicBezTo>
                <a:cubicBezTo>
                  <a:pt x="1874" y="60236"/>
                  <a:pt x="1894" y="60643"/>
                  <a:pt x="1894" y="61071"/>
                </a:cubicBezTo>
                <a:cubicBezTo>
                  <a:pt x="1874" y="65083"/>
                  <a:pt x="1874" y="69075"/>
                  <a:pt x="1813" y="73087"/>
                </a:cubicBezTo>
                <a:cubicBezTo>
                  <a:pt x="1751" y="76651"/>
                  <a:pt x="1426" y="80194"/>
                  <a:pt x="937" y="83738"/>
                </a:cubicBezTo>
                <a:cubicBezTo>
                  <a:pt x="326" y="88178"/>
                  <a:pt x="0" y="92658"/>
                  <a:pt x="183" y="97159"/>
                </a:cubicBezTo>
                <a:cubicBezTo>
                  <a:pt x="244" y="98788"/>
                  <a:pt x="509" y="100417"/>
                  <a:pt x="1303" y="101884"/>
                </a:cubicBezTo>
                <a:cubicBezTo>
                  <a:pt x="1967" y="103091"/>
                  <a:pt x="2910" y="103920"/>
                  <a:pt x="4366" y="103920"/>
                </a:cubicBezTo>
                <a:cubicBezTo>
                  <a:pt x="4384" y="103920"/>
                  <a:pt x="4402" y="103920"/>
                  <a:pt x="4419" y="103920"/>
                </a:cubicBezTo>
                <a:cubicBezTo>
                  <a:pt x="5478" y="103900"/>
                  <a:pt x="6293" y="103391"/>
                  <a:pt x="6924" y="102576"/>
                </a:cubicBezTo>
                <a:cubicBezTo>
                  <a:pt x="7739" y="101517"/>
                  <a:pt x="8167" y="100295"/>
                  <a:pt x="8268" y="99032"/>
                </a:cubicBezTo>
                <a:cubicBezTo>
                  <a:pt x="8431" y="97199"/>
                  <a:pt x="8574" y="95367"/>
                  <a:pt x="8513" y="93554"/>
                </a:cubicBezTo>
                <a:cubicBezTo>
                  <a:pt x="8431" y="90703"/>
                  <a:pt x="8248" y="87852"/>
                  <a:pt x="8004" y="85001"/>
                </a:cubicBezTo>
                <a:cubicBezTo>
                  <a:pt x="7800" y="82658"/>
                  <a:pt x="7352" y="80316"/>
                  <a:pt x="7169" y="77954"/>
                </a:cubicBezTo>
                <a:cubicBezTo>
                  <a:pt x="6965" y="75266"/>
                  <a:pt x="6884" y="72557"/>
                  <a:pt x="6843" y="69869"/>
                </a:cubicBezTo>
                <a:cubicBezTo>
                  <a:pt x="6782" y="66957"/>
                  <a:pt x="6802" y="64044"/>
                  <a:pt x="6802" y="61132"/>
                </a:cubicBezTo>
                <a:cubicBezTo>
                  <a:pt x="6802" y="60908"/>
                  <a:pt x="6802" y="60704"/>
                  <a:pt x="6823" y="60480"/>
                </a:cubicBezTo>
                <a:cubicBezTo>
                  <a:pt x="6843" y="59666"/>
                  <a:pt x="6863" y="59666"/>
                  <a:pt x="7596" y="59401"/>
                </a:cubicBezTo>
                <a:cubicBezTo>
                  <a:pt x="8492" y="59075"/>
                  <a:pt x="9002" y="58403"/>
                  <a:pt x="9348" y="57548"/>
                </a:cubicBezTo>
                <a:cubicBezTo>
                  <a:pt x="10183" y="55532"/>
                  <a:pt x="10305" y="53414"/>
                  <a:pt x="10427" y="51296"/>
                </a:cubicBezTo>
                <a:cubicBezTo>
                  <a:pt x="10916" y="42905"/>
                  <a:pt x="10651" y="34514"/>
                  <a:pt x="10529" y="26144"/>
                </a:cubicBezTo>
                <a:cubicBezTo>
                  <a:pt x="10468" y="22845"/>
                  <a:pt x="10305" y="19546"/>
                  <a:pt x="10020" y="16246"/>
                </a:cubicBezTo>
                <a:cubicBezTo>
                  <a:pt x="9796" y="13864"/>
                  <a:pt x="9307" y="11501"/>
                  <a:pt x="8879" y="9139"/>
                </a:cubicBezTo>
                <a:cubicBezTo>
                  <a:pt x="8492" y="7123"/>
                  <a:pt x="7882" y="5168"/>
                  <a:pt x="6884" y="3355"/>
                </a:cubicBezTo>
                <a:cubicBezTo>
                  <a:pt x="6415" y="2500"/>
                  <a:pt x="5804" y="1685"/>
                  <a:pt x="5132" y="932"/>
                </a:cubicBezTo>
                <a:cubicBezTo>
                  <a:pt x="4557" y="280"/>
                  <a:pt x="3835" y="1"/>
                  <a:pt x="303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507" name="Google Shape;507;p42"/>
          <p:cNvSpPr/>
          <p:nvPr/>
        </p:nvSpPr>
        <p:spPr>
          <a:xfrm>
            <a:off x="8632102" y="3370894"/>
            <a:ext cx="910408" cy="3969783"/>
          </a:xfrm>
          <a:custGeom>
            <a:avLst/>
            <a:gdLst/>
            <a:ahLst/>
            <a:cxnLst/>
            <a:rect l="l" t="t" r="r" b="b"/>
            <a:pathLst>
              <a:path w="15805" h="69320" extrusionOk="0">
                <a:moveTo>
                  <a:pt x="7897" y="1"/>
                </a:moveTo>
                <a:cubicBezTo>
                  <a:pt x="7054" y="1"/>
                  <a:pt x="6217" y="309"/>
                  <a:pt x="5438" y="912"/>
                </a:cubicBezTo>
                <a:cubicBezTo>
                  <a:pt x="3605" y="2317"/>
                  <a:pt x="2607" y="4252"/>
                  <a:pt x="1793" y="6329"/>
                </a:cubicBezTo>
                <a:cubicBezTo>
                  <a:pt x="591" y="9465"/>
                  <a:pt x="1" y="12683"/>
                  <a:pt x="367" y="16043"/>
                </a:cubicBezTo>
                <a:cubicBezTo>
                  <a:pt x="510" y="17530"/>
                  <a:pt x="958" y="18935"/>
                  <a:pt x="1813" y="20178"/>
                </a:cubicBezTo>
                <a:cubicBezTo>
                  <a:pt x="2648" y="21379"/>
                  <a:pt x="3748" y="22194"/>
                  <a:pt x="5112" y="22642"/>
                </a:cubicBezTo>
                <a:cubicBezTo>
                  <a:pt x="5846" y="22866"/>
                  <a:pt x="6314" y="23314"/>
                  <a:pt x="6456" y="24027"/>
                </a:cubicBezTo>
                <a:cubicBezTo>
                  <a:pt x="6619" y="24760"/>
                  <a:pt x="6721" y="25534"/>
                  <a:pt x="6742" y="26287"/>
                </a:cubicBezTo>
                <a:cubicBezTo>
                  <a:pt x="6803" y="27815"/>
                  <a:pt x="6762" y="29342"/>
                  <a:pt x="6762" y="30870"/>
                </a:cubicBezTo>
                <a:cubicBezTo>
                  <a:pt x="6762" y="33293"/>
                  <a:pt x="6843" y="35717"/>
                  <a:pt x="6701" y="38140"/>
                </a:cubicBezTo>
                <a:cubicBezTo>
                  <a:pt x="6497" y="41663"/>
                  <a:pt x="6151" y="45186"/>
                  <a:pt x="5866" y="48710"/>
                </a:cubicBezTo>
                <a:cubicBezTo>
                  <a:pt x="5744" y="50074"/>
                  <a:pt x="5560" y="51439"/>
                  <a:pt x="5438" y="52824"/>
                </a:cubicBezTo>
                <a:cubicBezTo>
                  <a:pt x="5214" y="55451"/>
                  <a:pt x="4929" y="58078"/>
                  <a:pt x="4807" y="60705"/>
                </a:cubicBezTo>
                <a:cubicBezTo>
                  <a:pt x="4685" y="63128"/>
                  <a:pt x="4522" y="65552"/>
                  <a:pt x="5051" y="67955"/>
                </a:cubicBezTo>
                <a:cubicBezTo>
                  <a:pt x="5153" y="68424"/>
                  <a:pt x="5296" y="68872"/>
                  <a:pt x="5459" y="69320"/>
                </a:cubicBezTo>
                <a:lnTo>
                  <a:pt x="10326" y="69320"/>
                </a:lnTo>
                <a:cubicBezTo>
                  <a:pt x="10693" y="68444"/>
                  <a:pt x="10876" y="67487"/>
                  <a:pt x="10896" y="66530"/>
                </a:cubicBezTo>
                <a:cubicBezTo>
                  <a:pt x="11120" y="61316"/>
                  <a:pt x="10733" y="56367"/>
                  <a:pt x="10143" y="51174"/>
                </a:cubicBezTo>
                <a:cubicBezTo>
                  <a:pt x="9511" y="45655"/>
                  <a:pt x="8900" y="40115"/>
                  <a:pt x="8961" y="34535"/>
                </a:cubicBezTo>
                <a:cubicBezTo>
                  <a:pt x="8982" y="31766"/>
                  <a:pt x="8941" y="28976"/>
                  <a:pt x="8982" y="26206"/>
                </a:cubicBezTo>
                <a:cubicBezTo>
                  <a:pt x="9002" y="25412"/>
                  <a:pt x="9165" y="24597"/>
                  <a:pt x="9348" y="23823"/>
                </a:cubicBezTo>
                <a:cubicBezTo>
                  <a:pt x="9471" y="23314"/>
                  <a:pt x="9817" y="22907"/>
                  <a:pt x="10367" y="22723"/>
                </a:cubicBezTo>
                <a:cubicBezTo>
                  <a:pt x="13157" y="21848"/>
                  <a:pt x="14643" y="19811"/>
                  <a:pt x="15214" y="17062"/>
                </a:cubicBezTo>
                <a:cubicBezTo>
                  <a:pt x="15804" y="14149"/>
                  <a:pt x="15397" y="11298"/>
                  <a:pt x="14643" y="8488"/>
                </a:cubicBezTo>
                <a:cubicBezTo>
                  <a:pt x="14134" y="6553"/>
                  <a:pt x="13381" y="4700"/>
                  <a:pt x="12261" y="3030"/>
                </a:cubicBezTo>
                <a:cubicBezTo>
                  <a:pt x="11650" y="2134"/>
                  <a:pt x="10957" y="1299"/>
                  <a:pt x="10041" y="688"/>
                </a:cubicBezTo>
                <a:cubicBezTo>
                  <a:pt x="9345" y="227"/>
                  <a:pt x="8619" y="1"/>
                  <a:pt x="78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6_2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3"/>
          <p:cNvSpPr/>
          <p:nvPr/>
        </p:nvSpPr>
        <p:spPr>
          <a:xfrm rot="10800000" flipH="1">
            <a:off x="7238267" y="1616715"/>
            <a:ext cx="640087" cy="4208414"/>
          </a:xfrm>
          <a:custGeom>
            <a:avLst/>
            <a:gdLst/>
            <a:ahLst/>
            <a:cxnLst/>
            <a:rect l="l" t="t" r="r" b="b"/>
            <a:pathLst>
              <a:path w="13830" h="91269" extrusionOk="0">
                <a:moveTo>
                  <a:pt x="1744" y="1"/>
                </a:moveTo>
                <a:cubicBezTo>
                  <a:pt x="1499" y="1"/>
                  <a:pt x="1283" y="115"/>
                  <a:pt x="1121" y="336"/>
                </a:cubicBezTo>
                <a:cubicBezTo>
                  <a:pt x="999" y="499"/>
                  <a:pt x="938" y="723"/>
                  <a:pt x="938" y="927"/>
                </a:cubicBezTo>
                <a:cubicBezTo>
                  <a:pt x="836" y="2923"/>
                  <a:pt x="754" y="4939"/>
                  <a:pt x="673" y="6935"/>
                </a:cubicBezTo>
                <a:cubicBezTo>
                  <a:pt x="490" y="11191"/>
                  <a:pt x="286" y="15447"/>
                  <a:pt x="164" y="19704"/>
                </a:cubicBezTo>
                <a:cubicBezTo>
                  <a:pt x="82" y="21822"/>
                  <a:pt x="1" y="23960"/>
                  <a:pt x="653" y="26017"/>
                </a:cubicBezTo>
                <a:cubicBezTo>
                  <a:pt x="1345" y="28176"/>
                  <a:pt x="2506" y="29968"/>
                  <a:pt x="4502" y="31149"/>
                </a:cubicBezTo>
                <a:cubicBezTo>
                  <a:pt x="4868" y="31353"/>
                  <a:pt x="5113" y="31882"/>
                  <a:pt x="5276" y="32310"/>
                </a:cubicBezTo>
                <a:cubicBezTo>
                  <a:pt x="5703" y="33389"/>
                  <a:pt x="5683" y="34550"/>
                  <a:pt x="5683" y="35691"/>
                </a:cubicBezTo>
                <a:cubicBezTo>
                  <a:pt x="5703" y="38664"/>
                  <a:pt x="5724" y="41658"/>
                  <a:pt x="5703" y="44651"/>
                </a:cubicBezTo>
                <a:cubicBezTo>
                  <a:pt x="5663" y="47727"/>
                  <a:pt x="5724" y="50822"/>
                  <a:pt x="5540" y="53897"/>
                </a:cubicBezTo>
                <a:cubicBezTo>
                  <a:pt x="5296" y="57747"/>
                  <a:pt x="4848" y="61596"/>
                  <a:pt x="4481" y="65445"/>
                </a:cubicBezTo>
                <a:cubicBezTo>
                  <a:pt x="4135" y="69151"/>
                  <a:pt x="3707" y="72858"/>
                  <a:pt x="3443" y="76585"/>
                </a:cubicBezTo>
                <a:cubicBezTo>
                  <a:pt x="3280" y="79090"/>
                  <a:pt x="3280" y="81635"/>
                  <a:pt x="3280" y="84161"/>
                </a:cubicBezTo>
                <a:cubicBezTo>
                  <a:pt x="3300" y="85871"/>
                  <a:pt x="3524" y="87582"/>
                  <a:pt x="4278" y="89150"/>
                </a:cubicBezTo>
                <a:cubicBezTo>
                  <a:pt x="4522" y="89639"/>
                  <a:pt x="4828" y="90128"/>
                  <a:pt x="5215" y="90515"/>
                </a:cubicBezTo>
                <a:cubicBezTo>
                  <a:pt x="5729" y="91019"/>
                  <a:pt x="6353" y="91268"/>
                  <a:pt x="6980" y="91268"/>
                </a:cubicBezTo>
                <a:cubicBezTo>
                  <a:pt x="7620" y="91268"/>
                  <a:pt x="8264" y="91009"/>
                  <a:pt x="8799" y="90494"/>
                </a:cubicBezTo>
                <a:cubicBezTo>
                  <a:pt x="9451" y="89863"/>
                  <a:pt x="9899" y="89069"/>
                  <a:pt x="10082" y="88193"/>
                </a:cubicBezTo>
                <a:cubicBezTo>
                  <a:pt x="10367" y="86828"/>
                  <a:pt x="10652" y="85423"/>
                  <a:pt x="10693" y="84038"/>
                </a:cubicBezTo>
                <a:cubicBezTo>
                  <a:pt x="10835" y="79762"/>
                  <a:pt x="10571" y="75485"/>
                  <a:pt x="10143" y="71208"/>
                </a:cubicBezTo>
                <a:cubicBezTo>
                  <a:pt x="9593" y="65893"/>
                  <a:pt x="8982" y="60577"/>
                  <a:pt x="8534" y="55242"/>
                </a:cubicBezTo>
                <a:cubicBezTo>
                  <a:pt x="8290" y="52350"/>
                  <a:pt x="8330" y="49417"/>
                  <a:pt x="8310" y="46505"/>
                </a:cubicBezTo>
                <a:cubicBezTo>
                  <a:pt x="8269" y="43022"/>
                  <a:pt x="8310" y="39519"/>
                  <a:pt x="8290" y="36016"/>
                </a:cubicBezTo>
                <a:cubicBezTo>
                  <a:pt x="8290" y="34754"/>
                  <a:pt x="8310" y="33512"/>
                  <a:pt x="8697" y="32290"/>
                </a:cubicBezTo>
                <a:cubicBezTo>
                  <a:pt x="8901" y="31699"/>
                  <a:pt x="9227" y="31271"/>
                  <a:pt x="9776" y="30925"/>
                </a:cubicBezTo>
                <a:cubicBezTo>
                  <a:pt x="11752" y="29724"/>
                  <a:pt x="12852" y="27870"/>
                  <a:pt x="13402" y="25691"/>
                </a:cubicBezTo>
                <a:cubicBezTo>
                  <a:pt x="13666" y="24632"/>
                  <a:pt x="13829" y="23512"/>
                  <a:pt x="13809" y="22412"/>
                </a:cubicBezTo>
                <a:cubicBezTo>
                  <a:pt x="13748" y="18502"/>
                  <a:pt x="13585" y="14612"/>
                  <a:pt x="13463" y="10702"/>
                </a:cubicBezTo>
                <a:cubicBezTo>
                  <a:pt x="13361" y="8177"/>
                  <a:pt x="13259" y="5651"/>
                  <a:pt x="13157" y="3126"/>
                </a:cubicBezTo>
                <a:cubicBezTo>
                  <a:pt x="13116" y="2413"/>
                  <a:pt x="13096" y="1680"/>
                  <a:pt x="13055" y="967"/>
                </a:cubicBezTo>
                <a:cubicBezTo>
                  <a:pt x="13035" y="377"/>
                  <a:pt x="12689" y="10"/>
                  <a:pt x="12200" y="10"/>
                </a:cubicBezTo>
                <a:cubicBezTo>
                  <a:pt x="11711" y="10"/>
                  <a:pt x="11406" y="377"/>
                  <a:pt x="11406" y="988"/>
                </a:cubicBezTo>
                <a:cubicBezTo>
                  <a:pt x="11406" y="7138"/>
                  <a:pt x="11283" y="13248"/>
                  <a:pt x="11283" y="19398"/>
                </a:cubicBezTo>
                <a:cubicBezTo>
                  <a:pt x="11283" y="19541"/>
                  <a:pt x="11283" y="19704"/>
                  <a:pt x="11263" y="19867"/>
                </a:cubicBezTo>
                <a:cubicBezTo>
                  <a:pt x="11182" y="20213"/>
                  <a:pt x="10958" y="20437"/>
                  <a:pt x="10571" y="20437"/>
                </a:cubicBezTo>
                <a:cubicBezTo>
                  <a:pt x="10204" y="20416"/>
                  <a:pt x="10021" y="20192"/>
                  <a:pt x="9980" y="19846"/>
                </a:cubicBezTo>
                <a:cubicBezTo>
                  <a:pt x="9939" y="19683"/>
                  <a:pt x="9939" y="19520"/>
                  <a:pt x="9939" y="19337"/>
                </a:cubicBezTo>
                <a:cubicBezTo>
                  <a:pt x="9797" y="13289"/>
                  <a:pt x="9654" y="7220"/>
                  <a:pt x="9512" y="1171"/>
                </a:cubicBezTo>
                <a:cubicBezTo>
                  <a:pt x="9512" y="1049"/>
                  <a:pt x="9512" y="927"/>
                  <a:pt x="9512" y="804"/>
                </a:cubicBezTo>
                <a:cubicBezTo>
                  <a:pt x="9452" y="330"/>
                  <a:pt x="9086" y="9"/>
                  <a:pt x="8674" y="9"/>
                </a:cubicBezTo>
                <a:cubicBezTo>
                  <a:pt x="8661" y="9"/>
                  <a:pt x="8649" y="10"/>
                  <a:pt x="8636" y="10"/>
                </a:cubicBezTo>
                <a:cubicBezTo>
                  <a:pt x="8208" y="31"/>
                  <a:pt x="7862" y="356"/>
                  <a:pt x="7842" y="825"/>
                </a:cubicBezTo>
                <a:cubicBezTo>
                  <a:pt x="7821" y="1578"/>
                  <a:pt x="7821" y="2332"/>
                  <a:pt x="7821" y="3106"/>
                </a:cubicBezTo>
                <a:cubicBezTo>
                  <a:pt x="7801" y="7260"/>
                  <a:pt x="7801" y="11435"/>
                  <a:pt x="7781" y="15610"/>
                </a:cubicBezTo>
                <a:cubicBezTo>
                  <a:pt x="7760" y="16914"/>
                  <a:pt x="7781" y="18237"/>
                  <a:pt x="7760" y="19541"/>
                </a:cubicBezTo>
                <a:cubicBezTo>
                  <a:pt x="7760" y="20152"/>
                  <a:pt x="7516" y="20437"/>
                  <a:pt x="7007" y="20437"/>
                </a:cubicBezTo>
                <a:cubicBezTo>
                  <a:pt x="6991" y="20438"/>
                  <a:pt x="6975" y="20438"/>
                  <a:pt x="6960" y="20438"/>
                </a:cubicBezTo>
                <a:cubicBezTo>
                  <a:pt x="6481" y="20438"/>
                  <a:pt x="6232" y="20133"/>
                  <a:pt x="6212" y="19541"/>
                </a:cubicBezTo>
                <a:cubicBezTo>
                  <a:pt x="6212" y="15834"/>
                  <a:pt x="6192" y="12128"/>
                  <a:pt x="6192" y="8421"/>
                </a:cubicBezTo>
                <a:cubicBezTo>
                  <a:pt x="6172" y="5937"/>
                  <a:pt x="6151" y="3472"/>
                  <a:pt x="6131" y="988"/>
                </a:cubicBezTo>
                <a:cubicBezTo>
                  <a:pt x="6131" y="377"/>
                  <a:pt x="5805" y="10"/>
                  <a:pt x="5316" y="10"/>
                </a:cubicBezTo>
                <a:cubicBezTo>
                  <a:pt x="4828" y="10"/>
                  <a:pt x="4481" y="377"/>
                  <a:pt x="4481" y="967"/>
                </a:cubicBezTo>
                <a:cubicBezTo>
                  <a:pt x="4441" y="2841"/>
                  <a:pt x="4420" y="4735"/>
                  <a:pt x="4380" y="6609"/>
                </a:cubicBezTo>
                <a:cubicBezTo>
                  <a:pt x="4318" y="9338"/>
                  <a:pt x="4217" y="12067"/>
                  <a:pt x="4156" y="14796"/>
                </a:cubicBezTo>
                <a:cubicBezTo>
                  <a:pt x="4115" y="16343"/>
                  <a:pt x="4074" y="17871"/>
                  <a:pt x="4033" y="19419"/>
                </a:cubicBezTo>
                <a:cubicBezTo>
                  <a:pt x="4033" y="19541"/>
                  <a:pt x="4033" y="19663"/>
                  <a:pt x="4013" y="19785"/>
                </a:cubicBezTo>
                <a:cubicBezTo>
                  <a:pt x="3972" y="20172"/>
                  <a:pt x="3748" y="20396"/>
                  <a:pt x="3341" y="20416"/>
                </a:cubicBezTo>
                <a:cubicBezTo>
                  <a:pt x="2934" y="20416"/>
                  <a:pt x="2730" y="20152"/>
                  <a:pt x="2710" y="19765"/>
                </a:cubicBezTo>
                <a:cubicBezTo>
                  <a:pt x="2689" y="19235"/>
                  <a:pt x="2710" y="18706"/>
                  <a:pt x="2710" y="18197"/>
                </a:cubicBezTo>
                <a:cubicBezTo>
                  <a:pt x="2648" y="13614"/>
                  <a:pt x="2608" y="9032"/>
                  <a:pt x="2567" y="4450"/>
                </a:cubicBezTo>
                <a:cubicBezTo>
                  <a:pt x="2547" y="3269"/>
                  <a:pt x="2567" y="2108"/>
                  <a:pt x="2587" y="927"/>
                </a:cubicBezTo>
                <a:cubicBezTo>
                  <a:pt x="2587" y="519"/>
                  <a:pt x="2424" y="214"/>
                  <a:pt x="2038" y="51"/>
                </a:cubicBezTo>
                <a:cubicBezTo>
                  <a:pt x="1936" y="17"/>
                  <a:pt x="1838" y="1"/>
                  <a:pt x="174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43"/>
          <p:cNvSpPr/>
          <p:nvPr/>
        </p:nvSpPr>
        <p:spPr>
          <a:xfrm rot="10800000" flipH="1">
            <a:off x="7274207" y="-2277783"/>
            <a:ext cx="640088" cy="3528458"/>
          </a:xfrm>
          <a:custGeom>
            <a:avLst/>
            <a:gdLst/>
            <a:ahLst/>
            <a:cxnLst/>
            <a:rect l="l" t="t" r="r" b="b"/>
            <a:pathLst>
              <a:path w="12892" h="71318" extrusionOk="0">
                <a:moveTo>
                  <a:pt x="6372" y="0"/>
                </a:moveTo>
                <a:cubicBezTo>
                  <a:pt x="5775" y="0"/>
                  <a:pt x="5176" y="239"/>
                  <a:pt x="4685" y="710"/>
                </a:cubicBezTo>
                <a:cubicBezTo>
                  <a:pt x="4074" y="1301"/>
                  <a:pt x="3666" y="2034"/>
                  <a:pt x="3483" y="2869"/>
                </a:cubicBezTo>
                <a:cubicBezTo>
                  <a:pt x="3239" y="4132"/>
                  <a:pt x="2954" y="5435"/>
                  <a:pt x="2913" y="6718"/>
                </a:cubicBezTo>
                <a:cubicBezTo>
                  <a:pt x="2791" y="10710"/>
                  <a:pt x="3035" y="14701"/>
                  <a:pt x="3442" y="18673"/>
                </a:cubicBezTo>
                <a:cubicBezTo>
                  <a:pt x="3951" y="23642"/>
                  <a:pt x="4522" y="28591"/>
                  <a:pt x="4929" y="33560"/>
                </a:cubicBezTo>
                <a:cubicBezTo>
                  <a:pt x="5153" y="36248"/>
                  <a:pt x="5112" y="38977"/>
                  <a:pt x="5153" y="41686"/>
                </a:cubicBezTo>
                <a:cubicBezTo>
                  <a:pt x="5173" y="44944"/>
                  <a:pt x="5133" y="48203"/>
                  <a:pt x="5153" y="51461"/>
                </a:cubicBezTo>
                <a:cubicBezTo>
                  <a:pt x="5173" y="52642"/>
                  <a:pt x="5153" y="53803"/>
                  <a:pt x="4766" y="54944"/>
                </a:cubicBezTo>
                <a:cubicBezTo>
                  <a:pt x="4583" y="55473"/>
                  <a:pt x="4277" y="55901"/>
                  <a:pt x="3768" y="56206"/>
                </a:cubicBezTo>
                <a:cubicBezTo>
                  <a:pt x="1935" y="57327"/>
                  <a:pt x="917" y="59058"/>
                  <a:pt x="408" y="61074"/>
                </a:cubicBezTo>
                <a:cubicBezTo>
                  <a:pt x="143" y="62072"/>
                  <a:pt x="1" y="63131"/>
                  <a:pt x="21" y="64149"/>
                </a:cubicBezTo>
                <a:cubicBezTo>
                  <a:pt x="62" y="66532"/>
                  <a:pt x="143" y="68914"/>
                  <a:pt x="225" y="71318"/>
                </a:cubicBezTo>
                <a:lnTo>
                  <a:pt x="2363" y="71318"/>
                </a:lnTo>
                <a:cubicBezTo>
                  <a:pt x="2363" y="69851"/>
                  <a:pt x="2363" y="68365"/>
                  <a:pt x="2363" y="66898"/>
                </a:cubicBezTo>
                <a:cubicBezTo>
                  <a:pt x="2363" y="66756"/>
                  <a:pt x="2363" y="66634"/>
                  <a:pt x="2404" y="66491"/>
                </a:cubicBezTo>
                <a:cubicBezTo>
                  <a:pt x="2465" y="66165"/>
                  <a:pt x="2668" y="65961"/>
                  <a:pt x="3035" y="65961"/>
                </a:cubicBezTo>
                <a:cubicBezTo>
                  <a:pt x="3361" y="65982"/>
                  <a:pt x="3544" y="66206"/>
                  <a:pt x="3585" y="66511"/>
                </a:cubicBezTo>
                <a:cubicBezTo>
                  <a:pt x="3605" y="66674"/>
                  <a:pt x="3626" y="66837"/>
                  <a:pt x="3626" y="67000"/>
                </a:cubicBezTo>
                <a:cubicBezTo>
                  <a:pt x="3666" y="68426"/>
                  <a:pt x="3687" y="69872"/>
                  <a:pt x="3727" y="71318"/>
                </a:cubicBezTo>
                <a:lnTo>
                  <a:pt x="5642" y="71318"/>
                </a:lnTo>
                <a:cubicBezTo>
                  <a:pt x="5642" y="71032"/>
                  <a:pt x="5642" y="70747"/>
                  <a:pt x="5642" y="70483"/>
                </a:cubicBezTo>
                <a:cubicBezTo>
                  <a:pt x="5642" y="69261"/>
                  <a:pt x="5642" y="68039"/>
                  <a:pt x="5642" y="66817"/>
                </a:cubicBezTo>
                <a:cubicBezTo>
                  <a:pt x="5662" y="66247"/>
                  <a:pt x="5886" y="65982"/>
                  <a:pt x="6355" y="65982"/>
                </a:cubicBezTo>
                <a:cubicBezTo>
                  <a:pt x="6371" y="65981"/>
                  <a:pt x="6387" y="65981"/>
                  <a:pt x="6403" y="65981"/>
                </a:cubicBezTo>
                <a:cubicBezTo>
                  <a:pt x="6859" y="65981"/>
                  <a:pt x="7088" y="66266"/>
                  <a:pt x="7088" y="66817"/>
                </a:cubicBezTo>
                <a:cubicBezTo>
                  <a:pt x="7088" y="68324"/>
                  <a:pt x="7088" y="69811"/>
                  <a:pt x="7108" y="71318"/>
                </a:cubicBezTo>
                <a:lnTo>
                  <a:pt x="9022" y="71318"/>
                </a:lnTo>
                <a:cubicBezTo>
                  <a:pt x="9022" y="71297"/>
                  <a:pt x="9022" y="71257"/>
                  <a:pt x="9022" y="71236"/>
                </a:cubicBezTo>
                <a:cubicBezTo>
                  <a:pt x="9063" y="69811"/>
                  <a:pt x="9084" y="68365"/>
                  <a:pt x="9124" y="66939"/>
                </a:cubicBezTo>
                <a:cubicBezTo>
                  <a:pt x="9124" y="66817"/>
                  <a:pt x="9124" y="66695"/>
                  <a:pt x="9145" y="66593"/>
                </a:cubicBezTo>
                <a:cubicBezTo>
                  <a:pt x="9185" y="66226"/>
                  <a:pt x="9389" y="66002"/>
                  <a:pt x="9776" y="66002"/>
                </a:cubicBezTo>
                <a:cubicBezTo>
                  <a:pt x="10163" y="66002"/>
                  <a:pt x="10346" y="66247"/>
                  <a:pt x="10367" y="66613"/>
                </a:cubicBezTo>
                <a:cubicBezTo>
                  <a:pt x="10387" y="67102"/>
                  <a:pt x="10367" y="67591"/>
                  <a:pt x="10367" y="68079"/>
                </a:cubicBezTo>
                <a:cubicBezTo>
                  <a:pt x="10367" y="69159"/>
                  <a:pt x="10387" y="70238"/>
                  <a:pt x="10387" y="71318"/>
                </a:cubicBezTo>
                <a:lnTo>
                  <a:pt x="12566" y="71318"/>
                </a:lnTo>
                <a:cubicBezTo>
                  <a:pt x="12627" y="69770"/>
                  <a:pt x="12688" y="68222"/>
                  <a:pt x="12729" y="66674"/>
                </a:cubicBezTo>
                <a:cubicBezTo>
                  <a:pt x="12790" y="64699"/>
                  <a:pt x="12892" y="62703"/>
                  <a:pt x="12261" y="60768"/>
                </a:cubicBezTo>
                <a:cubicBezTo>
                  <a:pt x="11629" y="58772"/>
                  <a:pt x="10550" y="57102"/>
                  <a:pt x="8676" y="56003"/>
                </a:cubicBezTo>
                <a:cubicBezTo>
                  <a:pt x="8350" y="55799"/>
                  <a:pt x="8126" y="55310"/>
                  <a:pt x="7963" y="54923"/>
                </a:cubicBezTo>
                <a:cubicBezTo>
                  <a:pt x="7577" y="53905"/>
                  <a:pt x="7577" y="52846"/>
                  <a:pt x="7577" y="51787"/>
                </a:cubicBezTo>
                <a:cubicBezTo>
                  <a:pt x="7577" y="48997"/>
                  <a:pt x="7556" y="46207"/>
                  <a:pt x="7577" y="43417"/>
                </a:cubicBezTo>
                <a:cubicBezTo>
                  <a:pt x="7597" y="40545"/>
                  <a:pt x="7556" y="37674"/>
                  <a:pt x="7719" y="34802"/>
                </a:cubicBezTo>
                <a:cubicBezTo>
                  <a:pt x="7943" y="31218"/>
                  <a:pt x="8371" y="27634"/>
                  <a:pt x="8697" y="24049"/>
                </a:cubicBezTo>
                <a:cubicBezTo>
                  <a:pt x="9022" y="20587"/>
                  <a:pt x="9430" y="17145"/>
                  <a:pt x="9674" y="13683"/>
                </a:cubicBezTo>
                <a:cubicBezTo>
                  <a:pt x="9837" y="11341"/>
                  <a:pt x="9837" y="8979"/>
                  <a:pt x="9817" y="6616"/>
                </a:cubicBezTo>
                <a:cubicBezTo>
                  <a:pt x="9817" y="5007"/>
                  <a:pt x="9613" y="3419"/>
                  <a:pt x="8900" y="1953"/>
                </a:cubicBezTo>
                <a:cubicBezTo>
                  <a:pt x="8676" y="1505"/>
                  <a:pt x="8371" y="1057"/>
                  <a:pt x="8025" y="710"/>
                </a:cubicBezTo>
                <a:cubicBezTo>
                  <a:pt x="7549" y="234"/>
                  <a:pt x="6962" y="0"/>
                  <a:pt x="637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43"/>
          <p:cNvSpPr/>
          <p:nvPr/>
        </p:nvSpPr>
        <p:spPr>
          <a:xfrm rot="10800000" flipH="1">
            <a:off x="7867776" y="2504984"/>
            <a:ext cx="844741" cy="3795461"/>
          </a:xfrm>
          <a:custGeom>
            <a:avLst/>
            <a:gdLst/>
            <a:ahLst/>
            <a:cxnLst/>
            <a:rect l="l" t="t" r="r" b="b"/>
            <a:pathLst>
              <a:path w="14665" h="66276" extrusionOk="0">
                <a:moveTo>
                  <a:pt x="7369" y="0"/>
                </a:moveTo>
                <a:cubicBezTo>
                  <a:pt x="6666" y="0"/>
                  <a:pt x="5956" y="407"/>
                  <a:pt x="5459" y="1220"/>
                </a:cubicBezTo>
                <a:cubicBezTo>
                  <a:pt x="4848" y="2238"/>
                  <a:pt x="4603" y="3378"/>
                  <a:pt x="4542" y="4539"/>
                </a:cubicBezTo>
                <a:cubicBezTo>
                  <a:pt x="4481" y="6067"/>
                  <a:pt x="4522" y="7614"/>
                  <a:pt x="4522" y="9142"/>
                </a:cubicBezTo>
                <a:cubicBezTo>
                  <a:pt x="4481" y="9162"/>
                  <a:pt x="4420" y="9162"/>
                  <a:pt x="4359" y="9162"/>
                </a:cubicBezTo>
                <a:cubicBezTo>
                  <a:pt x="4664" y="12360"/>
                  <a:pt x="4889" y="15577"/>
                  <a:pt x="5255" y="18775"/>
                </a:cubicBezTo>
                <a:cubicBezTo>
                  <a:pt x="5846" y="23907"/>
                  <a:pt x="6416" y="29039"/>
                  <a:pt x="6355" y="34232"/>
                </a:cubicBezTo>
                <a:cubicBezTo>
                  <a:pt x="6334" y="36798"/>
                  <a:pt x="6375" y="39364"/>
                  <a:pt x="6334" y="41951"/>
                </a:cubicBezTo>
                <a:cubicBezTo>
                  <a:pt x="6314" y="42684"/>
                  <a:pt x="6172" y="43437"/>
                  <a:pt x="5988" y="44170"/>
                </a:cubicBezTo>
                <a:cubicBezTo>
                  <a:pt x="5886" y="44639"/>
                  <a:pt x="5561" y="45026"/>
                  <a:pt x="5051" y="45168"/>
                </a:cubicBezTo>
                <a:cubicBezTo>
                  <a:pt x="2445" y="46003"/>
                  <a:pt x="1080" y="47877"/>
                  <a:pt x="551" y="50443"/>
                </a:cubicBezTo>
                <a:cubicBezTo>
                  <a:pt x="1" y="53131"/>
                  <a:pt x="367" y="55779"/>
                  <a:pt x="1080" y="58406"/>
                </a:cubicBezTo>
                <a:cubicBezTo>
                  <a:pt x="1549" y="60198"/>
                  <a:pt x="2261" y="61909"/>
                  <a:pt x="3280" y="63457"/>
                </a:cubicBezTo>
                <a:cubicBezTo>
                  <a:pt x="3850" y="64292"/>
                  <a:pt x="4502" y="65066"/>
                  <a:pt x="5337" y="65615"/>
                </a:cubicBezTo>
                <a:cubicBezTo>
                  <a:pt x="5999" y="66060"/>
                  <a:pt x="6678" y="66276"/>
                  <a:pt x="7351" y="66276"/>
                </a:cubicBezTo>
                <a:cubicBezTo>
                  <a:pt x="8127" y="66276"/>
                  <a:pt x="8893" y="65988"/>
                  <a:pt x="9613" y="65432"/>
                </a:cubicBezTo>
                <a:cubicBezTo>
                  <a:pt x="11324" y="64129"/>
                  <a:pt x="12261" y="62316"/>
                  <a:pt x="12994" y="60402"/>
                </a:cubicBezTo>
                <a:cubicBezTo>
                  <a:pt x="14114" y="57490"/>
                  <a:pt x="14664" y="54496"/>
                  <a:pt x="14338" y="51380"/>
                </a:cubicBezTo>
                <a:cubicBezTo>
                  <a:pt x="14175" y="49995"/>
                  <a:pt x="13788" y="48692"/>
                  <a:pt x="12974" y="47531"/>
                </a:cubicBezTo>
                <a:cubicBezTo>
                  <a:pt x="12220" y="46431"/>
                  <a:pt x="11181" y="45678"/>
                  <a:pt x="9919" y="45270"/>
                </a:cubicBezTo>
                <a:cubicBezTo>
                  <a:pt x="9247" y="45046"/>
                  <a:pt x="8819" y="44639"/>
                  <a:pt x="8677" y="43987"/>
                </a:cubicBezTo>
                <a:cubicBezTo>
                  <a:pt x="8514" y="43295"/>
                  <a:pt x="8432" y="42582"/>
                  <a:pt x="8412" y="41890"/>
                </a:cubicBezTo>
                <a:cubicBezTo>
                  <a:pt x="8371" y="40464"/>
                  <a:pt x="8391" y="39038"/>
                  <a:pt x="8391" y="37633"/>
                </a:cubicBezTo>
                <a:cubicBezTo>
                  <a:pt x="8391" y="35373"/>
                  <a:pt x="8330" y="33112"/>
                  <a:pt x="8453" y="30872"/>
                </a:cubicBezTo>
                <a:cubicBezTo>
                  <a:pt x="8636" y="27613"/>
                  <a:pt x="8941" y="24334"/>
                  <a:pt x="9226" y="21076"/>
                </a:cubicBezTo>
                <a:cubicBezTo>
                  <a:pt x="9328" y="19793"/>
                  <a:pt x="9512" y="18530"/>
                  <a:pt x="9613" y="17247"/>
                </a:cubicBezTo>
                <a:cubicBezTo>
                  <a:pt x="9837" y="14824"/>
                  <a:pt x="10082" y="12380"/>
                  <a:pt x="10204" y="9936"/>
                </a:cubicBezTo>
                <a:cubicBezTo>
                  <a:pt x="10326" y="7696"/>
                  <a:pt x="10469" y="5435"/>
                  <a:pt x="9980" y="3215"/>
                </a:cubicBezTo>
                <a:cubicBezTo>
                  <a:pt x="9837" y="2523"/>
                  <a:pt x="9593" y="1831"/>
                  <a:pt x="9247" y="1240"/>
                </a:cubicBezTo>
                <a:cubicBezTo>
                  <a:pt x="8777" y="413"/>
                  <a:pt x="8076" y="0"/>
                  <a:pt x="73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512" name="Google Shape;512;p43"/>
          <p:cNvSpPr/>
          <p:nvPr/>
        </p:nvSpPr>
        <p:spPr>
          <a:xfrm rot="10800000" flipH="1">
            <a:off x="8163893" y="-2982510"/>
            <a:ext cx="548638" cy="5179163"/>
          </a:xfrm>
          <a:custGeom>
            <a:avLst/>
            <a:gdLst/>
            <a:ahLst/>
            <a:cxnLst/>
            <a:rect l="l" t="t" r="r" b="b"/>
            <a:pathLst>
              <a:path w="10916" h="103921" extrusionOk="0">
                <a:moveTo>
                  <a:pt x="3033" y="1"/>
                </a:moveTo>
                <a:cubicBezTo>
                  <a:pt x="2757" y="1"/>
                  <a:pt x="2471" y="34"/>
                  <a:pt x="2179" y="97"/>
                </a:cubicBezTo>
                <a:cubicBezTo>
                  <a:pt x="1222" y="321"/>
                  <a:pt x="570" y="891"/>
                  <a:pt x="448" y="1848"/>
                </a:cubicBezTo>
                <a:cubicBezTo>
                  <a:pt x="326" y="2765"/>
                  <a:pt x="306" y="3701"/>
                  <a:pt x="306" y="4618"/>
                </a:cubicBezTo>
                <a:cubicBezTo>
                  <a:pt x="285" y="13090"/>
                  <a:pt x="285" y="21562"/>
                  <a:pt x="285" y="28120"/>
                </a:cubicBezTo>
                <a:cubicBezTo>
                  <a:pt x="346" y="38262"/>
                  <a:pt x="387" y="46489"/>
                  <a:pt x="448" y="54717"/>
                </a:cubicBezTo>
                <a:cubicBezTo>
                  <a:pt x="448" y="55837"/>
                  <a:pt x="550" y="56937"/>
                  <a:pt x="611" y="58057"/>
                </a:cubicBezTo>
                <a:cubicBezTo>
                  <a:pt x="631" y="58607"/>
                  <a:pt x="876" y="58994"/>
                  <a:pt x="1385" y="59279"/>
                </a:cubicBezTo>
                <a:cubicBezTo>
                  <a:pt x="1568" y="59381"/>
                  <a:pt x="1731" y="59625"/>
                  <a:pt x="1772" y="59829"/>
                </a:cubicBezTo>
                <a:cubicBezTo>
                  <a:pt x="1874" y="60236"/>
                  <a:pt x="1894" y="60643"/>
                  <a:pt x="1894" y="61071"/>
                </a:cubicBezTo>
                <a:cubicBezTo>
                  <a:pt x="1874" y="65083"/>
                  <a:pt x="1874" y="69075"/>
                  <a:pt x="1813" y="73087"/>
                </a:cubicBezTo>
                <a:cubicBezTo>
                  <a:pt x="1751" y="76651"/>
                  <a:pt x="1426" y="80194"/>
                  <a:pt x="937" y="83738"/>
                </a:cubicBezTo>
                <a:cubicBezTo>
                  <a:pt x="326" y="88178"/>
                  <a:pt x="0" y="92658"/>
                  <a:pt x="183" y="97159"/>
                </a:cubicBezTo>
                <a:cubicBezTo>
                  <a:pt x="244" y="98788"/>
                  <a:pt x="509" y="100417"/>
                  <a:pt x="1303" y="101884"/>
                </a:cubicBezTo>
                <a:cubicBezTo>
                  <a:pt x="1967" y="103091"/>
                  <a:pt x="2910" y="103920"/>
                  <a:pt x="4366" y="103920"/>
                </a:cubicBezTo>
                <a:cubicBezTo>
                  <a:pt x="4384" y="103920"/>
                  <a:pt x="4402" y="103920"/>
                  <a:pt x="4419" y="103920"/>
                </a:cubicBezTo>
                <a:cubicBezTo>
                  <a:pt x="5478" y="103900"/>
                  <a:pt x="6293" y="103391"/>
                  <a:pt x="6924" y="102576"/>
                </a:cubicBezTo>
                <a:cubicBezTo>
                  <a:pt x="7739" y="101517"/>
                  <a:pt x="8167" y="100295"/>
                  <a:pt x="8268" y="99032"/>
                </a:cubicBezTo>
                <a:cubicBezTo>
                  <a:pt x="8431" y="97199"/>
                  <a:pt x="8574" y="95367"/>
                  <a:pt x="8513" y="93554"/>
                </a:cubicBezTo>
                <a:cubicBezTo>
                  <a:pt x="8431" y="90703"/>
                  <a:pt x="8248" y="87852"/>
                  <a:pt x="8004" y="85001"/>
                </a:cubicBezTo>
                <a:cubicBezTo>
                  <a:pt x="7800" y="82658"/>
                  <a:pt x="7352" y="80316"/>
                  <a:pt x="7169" y="77954"/>
                </a:cubicBezTo>
                <a:cubicBezTo>
                  <a:pt x="6965" y="75266"/>
                  <a:pt x="6884" y="72557"/>
                  <a:pt x="6843" y="69869"/>
                </a:cubicBezTo>
                <a:cubicBezTo>
                  <a:pt x="6782" y="66957"/>
                  <a:pt x="6802" y="64044"/>
                  <a:pt x="6802" y="61132"/>
                </a:cubicBezTo>
                <a:cubicBezTo>
                  <a:pt x="6802" y="60908"/>
                  <a:pt x="6802" y="60704"/>
                  <a:pt x="6823" y="60480"/>
                </a:cubicBezTo>
                <a:cubicBezTo>
                  <a:pt x="6843" y="59666"/>
                  <a:pt x="6863" y="59666"/>
                  <a:pt x="7596" y="59401"/>
                </a:cubicBezTo>
                <a:cubicBezTo>
                  <a:pt x="8492" y="59075"/>
                  <a:pt x="9002" y="58403"/>
                  <a:pt x="9348" y="57548"/>
                </a:cubicBezTo>
                <a:cubicBezTo>
                  <a:pt x="10183" y="55532"/>
                  <a:pt x="10305" y="53414"/>
                  <a:pt x="10427" y="51296"/>
                </a:cubicBezTo>
                <a:cubicBezTo>
                  <a:pt x="10916" y="42905"/>
                  <a:pt x="10651" y="34514"/>
                  <a:pt x="10529" y="26144"/>
                </a:cubicBezTo>
                <a:cubicBezTo>
                  <a:pt x="10468" y="22845"/>
                  <a:pt x="10305" y="19546"/>
                  <a:pt x="10020" y="16246"/>
                </a:cubicBezTo>
                <a:cubicBezTo>
                  <a:pt x="9796" y="13864"/>
                  <a:pt x="9307" y="11501"/>
                  <a:pt x="8879" y="9139"/>
                </a:cubicBezTo>
                <a:cubicBezTo>
                  <a:pt x="8492" y="7123"/>
                  <a:pt x="7882" y="5168"/>
                  <a:pt x="6884" y="3355"/>
                </a:cubicBezTo>
                <a:cubicBezTo>
                  <a:pt x="6415" y="2500"/>
                  <a:pt x="5804" y="1685"/>
                  <a:pt x="5132" y="932"/>
                </a:cubicBezTo>
                <a:cubicBezTo>
                  <a:pt x="4557" y="280"/>
                  <a:pt x="3835" y="1"/>
                  <a:pt x="303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513" name="Google Shape;513;p43"/>
          <p:cNvSpPr/>
          <p:nvPr/>
        </p:nvSpPr>
        <p:spPr>
          <a:xfrm rot="10800000" flipH="1">
            <a:off x="8614585" y="2244994"/>
            <a:ext cx="863461" cy="3877754"/>
          </a:xfrm>
          <a:custGeom>
            <a:avLst/>
            <a:gdLst/>
            <a:ahLst/>
            <a:cxnLst/>
            <a:rect l="l" t="t" r="r" b="b"/>
            <a:pathLst>
              <a:path w="14990" h="67713" extrusionOk="0">
                <a:moveTo>
                  <a:pt x="7480" y="1"/>
                </a:moveTo>
                <a:cubicBezTo>
                  <a:pt x="6679" y="1"/>
                  <a:pt x="5886" y="294"/>
                  <a:pt x="5153" y="863"/>
                </a:cubicBezTo>
                <a:cubicBezTo>
                  <a:pt x="3421" y="2207"/>
                  <a:pt x="2464" y="4040"/>
                  <a:pt x="1711" y="6016"/>
                </a:cubicBezTo>
                <a:cubicBezTo>
                  <a:pt x="570" y="8969"/>
                  <a:pt x="0" y="12023"/>
                  <a:pt x="346" y="15221"/>
                </a:cubicBezTo>
                <a:cubicBezTo>
                  <a:pt x="489" y="16626"/>
                  <a:pt x="896" y="17950"/>
                  <a:pt x="1731" y="19151"/>
                </a:cubicBezTo>
                <a:cubicBezTo>
                  <a:pt x="2505" y="20272"/>
                  <a:pt x="3544" y="21045"/>
                  <a:pt x="4847" y="21473"/>
                </a:cubicBezTo>
                <a:cubicBezTo>
                  <a:pt x="5539" y="21677"/>
                  <a:pt x="5967" y="22104"/>
                  <a:pt x="6130" y="22776"/>
                </a:cubicBezTo>
                <a:cubicBezTo>
                  <a:pt x="6273" y="23489"/>
                  <a:pt x="6374" y="24202"/>
                  <a:pt x="6395" y="24915"/>
                </a:cubicBezTo>
                <a:cubicBezTo>
                  <a:pt x="6436" y="26381"/>
                  <a:pt x="6415" y="27827"/>
                  <a:pt x="6415" y="29273"/>
                </a:cubicBezTo>
                <a:cubicBezTo>
                  <a:pt x="6395" y="31574"/>
                  <a:pt x="6476" y="33876"/>
                  <a:pt x="6354" y="36157"/>
                </a:cubicBezTo>
                <a:cubicBezTo>
                  <a:pt x="6171" y="39517"/>
                  <a:pt x="5845" y="42837"/>
                  <a:pt x="5560" y="46197"/>
                </a:cubicBezTo>
                <a:cubicBezTo>
                  <a:pt x="5438" y="47480"/>
                  <a:pt x="5275" y="48783"/>
                  <a:pt x="5153" y="50087"/>
                </a:cubicBezTo>
                <a:cubicBezTo>
                  <a:pt x="4929" y="52571"/>
                  <a:pt x="4684" y="55056"/>
                  <a:pt x="4542" y="57561"/>
                </a:cubicBezTo>
                <a:cubicBezTo>
                  <a:pt x="4440" y="59862"/>
                  <a:pt x="4277" y="62163"/>
                  <a:pt x="4786" y="64424"/>
                </a:cubicBezTo>
                <a:cubicBezTo>
                  <a:pt x="4929" y="65137"/>
                  <a:pt x="5173" y="65829"/>
                  <a:pt x="5539" y="66461"/>
                </a:cubicBezTo>
                <a:cubicBezTo>
                  <a:pt x="6018" y="67295"/>
                  <a:pt x="6731" y="67713"/>
                  <a:pt x="7449" y="67713"/>
                </a:cubicBezTo>
                <a:cubicBezTo>
                  <a:pt x="8167" y="67713"/>
                  <a:pt x="8890" y="67295"/>
                  <a:pt x="9389" y="66461"/>
                </a:cubicBezTo>
                <a:cubicBezTo>
                  <a:pt x="10020" y="65422"/>
                  <a:pt x="10285" y="64261"/>
                  <a:pt x="10346" y="63080"/>
                </a:cubicBezTo>
                <a:cubicBezTo>
                  <a:pt x="10549" y="58131"/>
                  <a:pt x="10162" y="53447"/>
                  <a:pt x="9613" y="48518"/>
                </a:cubicBezTo>
                <a:cubicBezTo>
                  <a:pt x="9002" y="43285"/>
                  <a:pt x="8431" y="38030"/>
                  <a:pt x="8492" y="32756"/>
                </a:cubicBezTo>
                <a:cubicBezTo>
                  <a:pt x="8513" y="30108"/>
                  <a:pt x="8472" y="27481"/>
                  <a:pt x="8513" y="24854"/>
                </a:cubicBezTo>
                <a:cubicBezTo>
                  <a:pt x="8533" y="24100"/>
                  <a:pt x="8696" y="23326"/>
                  <a:pt x="8859" y="22593"/>
                </a:cubicBezTo>
                <a:cubicBezTo>
                  <a:pt x="8981" y="22104"/>
                  <a:pt x="9307" y="21717"/>
                  <a:pt x="9816" y="21555"/>
                </a:cubicBezTo>
                <a:cubicBezTo>
                  <a:pt x="12484" y="20720"/>
                  <a:pt x="13869" y="18785"/>
                  <a:pt x="14419" y="16178"/>
                </a:cubicBezTo>
                <a:cubicBezTo>
                  <a:pt x="14989" y="13429"/>
                  <a:pt x="14602" y="10720"/>
                  <a:pt x="13889" y="8052"/>
                </a:cubicBezTo>
                <a:cubicBezTo>
                  <a:pt x="13401" y="6219"/>
                  <a:pt x="12688" y="4468"/>
                  <a:pt x="11629" y="2879"/>
                </a:cubicBezTo>
                <a:cubicBezTo>
                  <a:pt x="11059" y="2024"/>
                  <a:pt x="10386" y="1250"/>
                  <a:pt x="9531" y="659"/>
                </a:cubicBezTo>
                <a:cubicBezTo>
                  <a:pt x="8863" y="217"/>
                  <a:pt x="8168" y="1"/>
                  <a:pt x="748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514" name="Google Shape;514;p43"/>
          <p:cNvSpPr/>
          <p:nvPr/>
        </p:nvSpPr>
        <p:spPr>
          <a:xfrm rot="10800000" flipH="1">
            <a:off x="8648608" y="-1190107"/>
            <a:ext cx="795433" cy="3038785"/>
          </a:xfrm>
          <a:custGeom>
            <a:avLst/>
            <a:gdLst/>
            <a:ahLst/>
            <a:cxnLst/>
            <a:rect l="l" t="t" r="r" b="b"/>
            <a:pathLst>
              <a:path w="13809" h="53063" extrusionOk="0">
                <a:moveTo>
                  <a:pt x="6910" y="0"/>
                </a:moveTo>
                <a:cubicBezTo>
                  <a:pt x="6304" y="0"/>
                  <a:pt x="5693" y="296"/>
                  <a:pt x="5214" y="886"/>
                </a:cubicBezTo>
                <a:cubicBezTo>
                  <a:pt x="4624" y="1640"/>
                  <a:pt x="4318" y="2515"/>
                  <a:pt x="4217" y="3452"/>
                </a:cubicBezTo>
                <a:cubicBezTo>
                  <a:pt x="4054" y="4817"/>
                  <a:pt x="3931" y="6181"/>
                  <a:pt x="3952" y="7566"/>
                </a:cubicBezTo>
                <a:cubicBezTo>
                  <a:pt x="3993" y="9847"/>
                  <a:pt x="4094" y="12148"/>
                  <a:pt x="4278" y="14429"/>
                </a:cubicBezTo>
                <a:cubicBezTo>
                  <a:pt x="4502" y="17016"/>
                  <a:pt x="4868" y="19582"/>
                  <a:pt x="5113" y="22168"/>
                </a:cubicBezTo>
                <a:cubicBezTo>
                  <a:pt x="5357" y="24531"/>
                  <a:pt x="5663" y="26913"/>
                  <a:pt x="5724" y="29276"/>
                </a:cubicBezTo>
                <a:cubicBezTo>
                  <a:pt x="5846" y="34387"/>
                  <a:pt x="5846" y="39479"/>
                  <a:pt x="5866" y="44591"/>
                </a:cubicBezTo>
                <a:cubicBezTo>
                  <a:pt x="5866" y="45222"/>
                  <a:pt x="5724" y="45874"/>
                  <a:pt x="5581" y="46485"/>
                </a:cubicBezTo>
                <a:cubicBezTo>
                  <a:pt x="5439" y="47136"/>
                  <a:pt x="5011" y="47564"/>
                  <a:pt x="4339" y="47788"/>
                </a:cubicBezTo>
                <a:cubicBezTo>
                  <a:pt x="1997" y="48582"/>
                  <a:pt x="693" y="50313"/>
                  <a:pt x="103" y="52635"/>
                </a:cubicBezTo>
                <a:cubicBezTo>
                  <a:pt x="62" y="52777"/>
                  <a:pt x="21" y="52920"/>
                  <a:pt x="1" y="53063"/>
                </a:cubicBezTo>
                <a:lnTo>
                  <a:pt x="13809" y="53063"/>
                </a:lnTo>
                <a:cubicBezTo>
                  <a:pt x="13625" y="52187"/>
                  <a:pt x="13361" y="51393"/>
                  <a:pt x="12913" y="50619"/>
                </a:cubicBezTo>
                <a:cubicBezTo>
                  <a:pt x="12118" y="49234"/>
                  <a:pt x="10978" y="48277"/>
                  <a:pt x="9471" y="47788"/>
                </a:cubicBezTo>
                <a:cubicBezTo>
                  <a:pt x="8778" y="47584"/>
                  <a:pt x="8371" y="47136"/>
                  <a:pt x="8208" y="46485"/>
                </a:cubicBezTo>
                <a:cubicBezTo>
                  <a:pt x="8086" y="45935"/>
                  <a:pt x="7943" y="45364"/>
                  <a:pt x="7943" y="44794"/>
                </a:cubicBezTo>
                <a:cubicBezTo>
                  <a:pt x="7923" y="40517"/>
                  <a:pt x="7903" y="36261"/>
                  <a:pt x="7964" y="31984"/>
                </a:cubicBezTo>
                <a:cubicBezTo>
                  <a:pt x="7984" y="28807"/>
                  <a:pt x="8269" y="25651"/>
                  <a:pt x="8636" y="22494"/>
                </a:cubicBezTo>
                <a:cubicBezTo>
                  <a:pt x="8962" y="19806"/>
                  <a:pt x="9308" y="17138"/>
                  <a:pt x="9512" y="14450"/>
                </a:cubicBezTo>
                <a:cubicBezTo>
                  <a:pt x="9715" y="11884"/>
                  <a:pt x="9776" y="9317"/>
                  <a:pt x="9858" y="6751"/>
                </a:cubicBezTo>
                <a:cubicBezTo>
                  <a:pt x="9899" y="5244"/>
                  <a:pt x="9817" y="3737"/>
                  <a:pt x="9308" y="2312"/>
                </a:cubicBezTo>
                <a:cubicBezTo>
                  <a:pt x="9125" y="1803"/>
                  <a:pt x="8880" y="1314"/>
                  <a:pt x="8575" y="886"/>
                </a:cubicBezTo>
                <a:cubicBezTo>
                  <a:pt x="8117" y="296"/>
                  <a:pt x="7516" y="0"/>
                  <a:pt x="69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6_1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Google Shape;516;p44"/>
          <p:cNvGrpSpPr/>
          <p:nvPr/>
        </p:nvGrpSpPr>
        <p:grpSpPr>
          <a:xfrm>
            <a:off x="-295200" y="-655844"/>
            <a:ext cx="650453" cy="8561589"/>
            <a:chOff x="1064797" y="-1353613"/>
            <a:chExt cx="688238" cy="9049349"/>
          </a:xfrm>
        </p:grpSpPr>
        <p:sp>
          <p:nvSpPr>
            <p:cNvPr id="517" name="Google Shape;517;p44"/>
            <p:cNvSpPr/>
            <p:nvPr/>
          </p:nvSpPr>
          <p:spPr>
            <a:xfrm>
              <a:off x="1078718" y="-1353613"/>
              <a:ext cx="674316" cy="4424265"/>
            </a:xfrm>
            <a:custGeom>
              <a:avLst/>
              <a:gdLst/>
              <a:ahLst/>
              <a:cxnLst/>
              <a:rect l="l" t="t" r="r" b="b"/>
              <a:pathLst>
                <a:path w="13830" h="91269" extrusionOk="0">
                  <a:moveTo>
                    <a:pt x="1744" y="1"/>
                  </a:moveTo>
                  <a:cubicBezTo>
                    <a:pt x="1499" y="1"/>
                    <a:pt x="1283" y="115"/>
                    <a:pt x="1121" y="336"/>
                  </a:cubicBezTo>
                  <a:cubicBezTo>
                    <a:pt x="999" y="499"/>
                    <a:pt x="938" y="723"/>
                    <a:pt x="938" y="927"/>
                  </a:cubicBezTo>
                  <a:cubicBezTo>
                    <a:pt x="836" y="2923"/>
                    <a:pt x="754" y="4939"/>
                    <a:pt x="673" y="6935"/>
                  </a:cubicBezTo>
                  <a:cubicBezTo>
                    <a:pt x="490" y="11191"/>
                    <a:pt x="286" y="15447"/>
                    <a:pt x="164" y="19704"/>
                  </a:cubicBezTo>
                  <a:cubicBezTo>
                    <a:pt x="82" y="21822"/>
                    <a:pt x="1" y="23960"/>
                    <a:pt x="653" y="26017"/>
                  </a:cubicBezTo>
                  <a:cubicBezTo>
                    <a:pt x="1345" y="28176"/>
                    <a:pt x="2506" y="29968"/>
                    <a:pt x="4502" y="31149"/>
                  </a:cubicBezTo>
                  <a:cubicBezTo>
                    <a:pt x="4868" y="31353"/>
                    <a:pt x="5113" y="31882"/>
                    <a:pt x="5276" y="32310"/>
                  </a:cubicBezTo>
                  <a:cubicBezTo>
                    <a:pt x="5703" y="33389"/>
                    <a:pt x="5683" y="34550"/>
                    <a:pt x="5683" y="35691"/>
                  </a:cubicBezTo>
                  <a:cubicBezTo>
                    <a:pt x="5703" y="38664"/>
                    <a:pt x="5724" y="41658"/>
                    <a:pt x="5703" y="44651"/>
                  </a:cubicBezTo>
                  <a:cubicBezTo>
                    <a:pt x="5663" y="47727"/>
                    <a:pt x="5724" y="50822"/>
                    <a:pt x="5540" y="53897"/>
                  </a:cubicBezTo>
                  <a:cubicBezTo>
                    <a:pt x="5296" y="57747"/>
                    <a:pt x="4848" y="61596"/>
                    <a:pt x="4481" y="65445"/>
                  </a:cubicBezTo>
                  <a:cubicBezTo>
                    <a:pt x="4135" y="69151"/>
                    <a:pt x="3707" y="72858"/>
                    <a:pt x="3443" y="76585"/>
                  </a:cubicBezTo>
                  <a:cubicBezTo>
                    <a:pt x="3280" y="79090"/>
                    <a:pt x="3280" y="81635"/>
                    <a:pt x="3280" y="84161"/>
                  </a:cubicBezTo>
                  <a:cubicBezTo>
                    <a:pt x="3300" y="85871"/>
                    <a:pt x="3524" y="87582"/>
                    <a:pt x="4278" y="89150"/>
                  </a:cubicBezTo>
                  <a:cubicBezTo>
                    <a:pt x="4522" y="89639"/>
                    <a:pt x="4828" y="90128"/>
                    <a:pt x="5215" y="90515"/>
                  </a:cubicBezTo>
                  <a:cubicBezTo>
                    <a:pt x="5729" y="91019"/>
                    <a:pt x="6353" y="91268"/>
                    <a:pt x="6980" y="91268"/>
                  </a:cubicBezTo>
                  <a:cubicBezTo>
                    <a:pt x="7620" y="91268"/>
                    <a:pt x="8264" y="91009"/>
                    <a:pt x="8799" y="90494"/>
                  </a:cubicBezTo>
                  <a:cubicBezTo>
                    <a:pt x="9451" y="89863"/>
                    <a:pt x="9899" y="89069"/>
                    <a:pt x="10082" y="88193"/>
                  </a:cubicBezTo>
                  <a:cubicBezTo>
                    <a:pt x="10367" y="86828"/>
                    <a:pt x="10652" y="85423"/>
                    <a:pt x="10693" y="84038"/>
                  </a:cubicBezTo>
                  <a:cubicBezTo>
                    <a:pt x="10835" y="79762"/>
                    <a:pt x="10571" y="75485"/>
                    <a:pt x="10143" y="71208"/>
                  </a:cubicBezTo>
                  <a:cubicBezTo>
                    <a:pt x="9593" y="65893"/>
                    <a:pt x="8982" y="60577"/>
                    <a:pt x="8534" y="55242"/>
                  </a:cubicBezTo>
                  <a:cubicBezTo>
                    <a:pt x="8290" y="52350"/>
                    <a:pt x="8330" y="49417"/>
                    <a:pt x="8310" y="46505"/>
                  </a:cubicBezTo>
                  <a:cubicBezTo>
                    <a:pt x="8269" y="43022"/>
                    <a:pt x="8310" y="39519"/>
                    <a:pt x="8290" y="36016"/>
                  </a:cubicBezTo>
                  <a:cubicBezTo>
                    <a:pt x="8290" y="34754"/>
                    <a:pt x="8310" y="33512"/>
                    <a:pt x="8697" y="32290"/>
                  </a:cubicBezTo>
                  <a:cubicBezTo>
                    <a:pt x="8901" y="31699"/>
                    <a:pt x="9227" y="31271"/>
                    <a:pt x="9776" y="30925"/>
                  </a:cubicBezTo>
                  <a:cubicBezTo>
                    <a:pt x="11752" y="29724"/>
                    <a:pt x="12852" y="27870"/>
                    <a:pt x="13402" y="25691"/>
                  </a:cubicBezTo>
                  <a:cubicBezTo>
                    <a:pt x="13666" y="24632"/>
                    <a:pt x="13829" y="23512"/>
                    <a:pt x="13809" y="22412"/>
                  </a:cubicBezTo>
                  <a:cubicBezTo>
                    <a:pt x="13748" y="18502"/>
                    <a:pt x="13585" y="14612"/>
                    <a:pt x="13463" y="10702"/>
                  </a:cubicBezTo>
                  <a:cubicBezTo>
                    <a:pt x="13361" y="8177"/>
                    <a:pt x="13259" y="5651"/>
                    <a:pt x="13157" y="3126"/>
                  </a:cubicBezTo>
                  <a:cubicBezTo>
                    <a:pt x="13116" y="2413"/>
                    <a:pt x="13096" y="1680"/>
                    <a:pt x="13055" y="967"/>
                  </a:cubicBezTo>
                  <a:cubicBezTo>
                    <a:pt x="13035" y="377"/>
                    <a:pt x="12689" y="10"/>
                    <a:pt x="12200" y="10"/>
                  </a:cubicBezTo>
                  <a:cubicBezTo>
                    <a:pt x="11711" y="10"/>
                    <a:pt x="11406" y="377"/>
                    <a:pt x="11406" y="988"/>
                  </a:cubicBezTo>
                  <a:cubicBezTo>
                    <a:pt x="11406" y="7138"/>
                    <a:pt x="11283" y="13248"/>
                    <a:pt x="11283" y="19398"/>
                  </a:cubicBezTo>
                  <a:cubicBezTo>
                    <a:pt x="11283" y="19541"/>
                    <a:pt x="11283" y="19704"/>
                    <a:pt x="11263" y="19867"/>
                  </a:cubicBezTo>
                  <a:cubicBezTo>
                    <a:pt x="11182" y="20213"/>
                    <a:pt x="10958" y="20437"/>
                    <a:pt x="10571" y="20437"/>
                  </a:cubicBezTo>
                  <a:cubicBezTo>
                    <a:pt x="10204" y="20416"/>
                    <a:pt x="10021" y="20192"/>
                    <a:pt x="9980" y="19846"/>
                  </a:cubicBezTo>
                  <a:cubicBezTo>
                    <a:pt x="9939" y="19683"/>
                    <a:pt x="9939" y="19520"/>
                    <a:pt x="9939" y="19337"/>
                  </a:cubicBezTo>
                  <a:cubicBezTo>
                    <a:pt x="9797" y="13289"/>
                    <a:pt x="9654" y="7220"/>
                    <a:pt x="9512" y="1171"/>
                  </a:cubicBezTo>
                  <a:cubicBezTo>
                    <a:pt x="9512" y="1049"/>
                    <a:pt x="9512" y="927"/>
                    <a:pt x="9512" y="804"/>
                  </a:cubicBezTo>
                  <a:cubicBezTo>
                    <a:pt x="9452" y="330"/>
                    <a:pt x="9086" y="9"/>
                    <a:pt x="8674" y="9"/>
                  </a:cubicBezTo>
                  <a:cubicBezTo>
                    <a:pt x="8661" y="9"/>
                    <a:pt x="8649" y="10"/>
                    <a:pt x="8636" y="10"/>
                  </a:cubicBezTo>
                  <a:cubicBezTo>
                    <a:pt x="8208" y="31"/>
                    <a:pt x="7862" y="356"/>
                    <a:pt x="7842" y="825"/>
                  </a:cubicBezTo>
                  <a:cubicBezTo>
                    <a:pt x="7821" y="1578"/>
                    <a:pt x="7821" y="2332"/>
                    <a:pt x="7821" y="3106"/>
                  </a:cubicBezTo>
                  <a:cubicBezTo>
                    <a:pt x="7801" y="7260"/>
                    <a:pt x="7801" y="11435"/>
                    <a:pt x="7781" y="15610"/>
                  </a:cubicBezTo>
                  <a:cubicBezTo>
                    <a:pt x="7760" y="16914"/>
                    <a:pt x="7781" y="18237"/>
                    <a:pt x="7760" y="19541"/>
                  </a:cubicBezTo>
                  <a:cubicBezTo>
                    <a:pt x="7760" y="20152"/>
                    <a:pt x="7516" y="20437"/>
                    <a:pt x="7007" y="20437"/>
                  </a:cubicBezTo>
                  <a:cubicBezTo>
                    <a:pt x="6991" y="20438"/>
                    <a:pt x="6975" y="20438"/>
                    <a:pt x="6960" y="20438"/>
                  </a:cubicBezTo>
                  <a:cubicBezTo>
                    <a:pt x="6481" y="20438"/>
                    <a:pt x="6232" y="20133"/>
                    <a:pt x="6212" y="19541"/>
                  </a:cubicBezTo>
                  <a:cubicBezTo>
                    <a:pt x="6212" y="15834"/>
                    <a:pt x="6192" y="12128"/>
                    <a:pt x="6192" y="8421"/>
                  </a:cubicBezTo>
                  <a:cubicBezTo>
                    <a:pt x="6172" y="5937"/>
                    <a:pt x="6151" y="3472"/>
                    <a:pt x="6131" y="988"/>
                  </a:cubicBezTo>
                  <a:cubicBezTo>
                    <a:pt x="6131" y="377"/>
                    <a:pt x="5805" y="10"/>
                    <a:pt x="5316" y="10"/>
                  </a:cubicBezTo>
                  <a:cubicBezTo>
                    <a:pt x="4828" y="10"/>
                    <a:pt x="4481" y="377"/>
                    <a:pt x="4481" y="967"/>
                  </a:cubicBezTo>
                  <a:cubicBezTo>
                    <a:pt x="4441" y="2841"/>
                    <a:pt x="4420" y="4735"/>
                    <a:pt x="4380" y="6609"/>
                  </a:cubicBezTo>
                  <a:cubicBezTo>
                    <a:pt x="4318" y="9338"/>
                    <a:pt x="4217" y="12067"/>
                    <a:pt x="4156" y="14796"/>
                  </a:cubicBezTo>
                  <a:cubicBezTo>
                    <a:pt x="4115" y="16343"/>
                    <a:pt x="4074" y="17871"/>
                    <a:pt x="4033" y="19419"/>
                  </a:cubicBezTo>
                  <a:cubicBezTo>
                    <a:pt x="4033" y="19541"/>
                    <a:pt x="4033" y="19663"/>
                    <a:pt x="4013" y="19785"/>
                  </a:cubicBezTo>
                  <a:cubicBezTo>
                    <a:pt x="3972" y="20172"/>
                    <a:pt x="3748" y="20396"/>
                    <a:pt x="3341" y="20416"/>
                  </a:cubicBezTo>
                  <a:cubicBezTo>
                    <a:pt x="2934" y="20416"/>
                    <a:pt x="2730" y="20152"/>
                    <a:pt x="2710" y="19765"/>
                  </a:cubicBezTo>
                  <a:cubicBezTo>
                    <a:pt x="2689" y="19235"/>
                    <a:pt x="2710" y="18706"/>
                    <a:pt x="2710" y="18197"/>
                  </a:cubicBezTo>
                  <a:cubicBezTo>
                    <a:pt x="2648" y="13614"/>
                    <a:pt x="2608" y="9032"/>
                    <a:pt x="2567" y="4450"/>
                  </a:cubicBezTo>
                  <a:cubicBezTo>
                    <a:pt x="2547" y="3269"/>
                    <a:pt x="2567" y="2108"/>
                    <a:pt x="2587" y="927"/>
                  </a:cubicBezTo>
                  <a:cubicBezTo>
                    <a:pt x="2587" y="519"/>
                    <a:pt x="2424" y="214"/>
                    <a:pt x="2038" y="51"/>
                  </a:cubicBezTo>
                  <a:cubicBezTo>
                    <a:pt x="1936" y="17"/>
                    <a:pt x="1838" y="1"/>
                    <a:pt x="17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4"/>
            <p:cNvSpPr/>
            <p:nvPr/>
          </p:nvSpPr>
          <p:spPr>
            <a:xfrm>
              <a:off x="1064797" y="3368872"/>
              <a:ext cx="674316" cy="4326863"/>
            </a:xfrm>
            <a:custGeom>
              <a:avLst/>
              <a:gdLst/>
              <a:ahLst/>
              <a:cxnLst/>
              <a:rect l="l" t="t" r="r" b="b"/>
              <a:pathLst>
                <a:path w="12892" h="71318" extrusionOk="0">
                  <a:moveTo>
                    <a:pt x="6372" y="0"/>
                  </a:moveTo>
                  <a:cubicBezTo>
                    <a:pt x="5775" y="0"/>
                    <a:pt x="5176" y="239"/>
                    <a:pt x="4685" y="710"/>
                  </a:cubicBezTo>
                  <a:cubicBezTo>
                    <a:pt x="4074" y="1301"/>
                    <a:pt x="3666" y="2034"/>
                    <a:pt x="3483" y="2869"/>
                  </a:cubicBezTo>
                  <a:cubicBezTo>
                    <a:pt x="3239" y="4132"/>
                    <a:pt x="2954" y="5435"/>
                    <a:pt x="2913" y="6718"/>
                  </a:cubicBezTo>
                  <a:cubicBezTo>
                    <a:pt x="2791" y="10710"/>
                    <a:pt x="3035" y="14701"/>
                    <a:pt x="3442" y="18673"/>
                  </a:cubicBezTo>
                  <a:cubicBezTo>
                    <a:pt x="3951" y="23642"/>
                    <a:pt x="4522" y="28591"/>
                    <a:pt x="4929" y="33560"/>
                  </a:cubicBezTo>
                  <a:cubicBezTo>
                    <a:pt x="5153" y="36248"/>
                    <a:pt x="5112" y="38977"/>
                    <a:pt x="5153" y="41686"/>
                  </a:cubicBezTo>
                  <a:cubicBezTo>
                    <a:pt x="5173" y="44944"/>
                    <a:pt x="5133" y="48203"/>
                    <a:pt x="5153" y="51461"/>
                  </a:cubicBezTo>
                  <a:cubicBezTo>
                    <a:pt x="5173" y="52642"/>
                    <a:pt x="5153" y="53803"/>
                    <a:pt x="4766" y="54944"/>
                  </a:cubicBezTo>
                  <a:cubicBezTo>
                    <a:pt x="4583" y="55473"/>
                    <a:pt x="4277" y="55901"/>
                    <a:pt x="3768" y="56206"/>
                  </a:cubicBezTo>
                  <a:cubicBezTo>
                    <a:pt x="1935" y="57327"/>
                    <a:pt x="917" y="59058"/>
                    <a:pt x="408" y="61074"/>
                  </a:cubicBezTo>
                  <a:cubicBezTo>
                    <a:pt x="143" y="62072"/>
                    <a:pt x="1" y="63131"/>
                    <a:pt x="21" y="64149"/>
                  </a:cubicBezTo>
                  <a:cubicBezTo>
                    <a:pt x="62" y="66532"/>
                    <a:pt x="143" y="68914"/>
                    <a:pt x="225" y="71318"/>
                  </a:cubicBezTo>
                  <a:lnTo>
                    <a:pt x="2363" y="71318"/>
                  </a:lnTo>
                  <a:cubicBezTo>
                    <a:pt x="2363" y="69851"/>
                    <a:pt x="2363" y="68365"/>
                    <a:pt x="2363" y="66898"/>
                  </a:cubicBezTo>
                  <a:cubicBezTo>
                    <a:pt x="2363" y="66756"/>
                    <a:pt x="2363" y="66634"/>
                    <a:pt x="2404" y="66491"/>
                  </a:cubicBezTo>
                  <a:cubicBezTo>
                    <a:pt x="2465" y="66165"/>
                    <a:pt x="2668" y="65961"/>
                    <a:pt x="3035" y="65961"/>
                  </a:cubicBezTo>
                  <a:cubicBezTo>
                    <a:pt x="3361" y="65982"/>
                    <a:pt x="3544" y="66206"/>
                    <a:pt x="3585" y="66511"/>
                  </a:cubicBezTo>
                  <a:cubicBezTo>
                    <a:pt x="3605" y="66674"/>
                    <a:pt x="3626" y="66837"/>
                    <a:pt x="3626" y="67000"/>
                  </a:cubicBezTo>
                  <a:cubicBezTo>
                    <a:pt x="3666" y="68426"/>
                    <a:pt x="3687" y="69872"/>
                    <a:pt x="3727" y="71318"/>
                  </a:cubicBezTo>
                  <a:lnTo>
                    <a:pt x="5642" y="71318"/>
                  </a:lnTo>
                  <a:cubicBezTo>
                    <a:pt x="5642" y="71032"/>
                    <a:pt x="5642" y="70747"/>
                    <a:pt x="5642" y="70483"/>
                  </a:cubicBezTo>
                  <a:cubicBezTo>
                    <a:pt x="5642" y="69261"/>
                    <a:pt x="5642" y="68039"/>
                    <a:pt x="5642" y="66817"/>
                  </a:cubicBezTo>
                  <a:cubicBezTo>
                    <a:pt x="5662" y="66247"/>
                    <a:pt x="5886" y="65982"/>
                    <a:pt x="6355" y="65982"/>
                  </a:cubicBezTo>
                  <a:cubicBezTo>
                    <a:pt x="6371" y="65981"/>
                    <a:pt x="6387" y="65981"/>
                    <a:pt x="6403" y="65981"/>
                  </a:cubicBezTo>
                  <a:cubicBezTo>
                    <a:pt x="6859" y="65981"/>
                    <a:pt x="7088" y="66266"/>
                    <a:pt x="7088" y="66817"/>
                  </a:cubicBezTo>
                  <a:cubicBezTo>
                    <a:pt x="7088" y="68324"/>
                    <a:pt x="7088" y="69811"/>
                    <a:pt x="7108" y="71318"/>
                  </a:cubicBezTo>
                  <a:lnTo>
                    <a:pt x="9022" y="71318"/>
                  </a:lnTo>
                  <a:cubicBezTo>
                    <a:pt x="9022" y="71297"/>
                    <a:pt x="9022" y="71257"/>
                    <a:pt x="9022" y="71236"/>
                  </a:cubicBezTo>
                  <a:cubicBezTo>
                    <a:pt x="9063" y="69811"/>
                    <a:pt x="9084" y="68365"/>
                    <a:pt x="9124" y="66939"/>
                  </a:cubicBezTo>
                  <a:cubicBezTo>
                    <a:pt x="9124" y="66817"/>
                    <a:pt x="9124" y="66695"/>
                    <a:pt x="9145" y="66593"/>
                  </a:cubicBezTo>
                  <a:cubicBezTo>
                    <a:pt x="9185" y="66226"/>
                    <a:pt x="9389" y="66002"/>
                    <a:pt x="9776" y="66002"/>
                  </a:cubicBezTo>
                  <a:cubicBezTo>
                    <a:pt x="10163" y="66002"/>
                    <a:pt x="10346" y="66247"/>
                    <a:pt x="10367" y="66613"/>
                  </a:cubicBezTo>
                  <a:cubicBezTo>
                    <a:pt x="10387" y="67102"/>
                    <a:pt x="10367" y="67591"/>
                    <a:pt x="10367" y="68079"/>
                  </a:cubicBezTo>
                  <a:cubicBezTo>
                    <a:pt x="10367" y="69159"/>
                    <a:pt x="10387" y="70238"/>
                    <a:pt x="10387" y="71318"/>
                  </a:cubicBezTo>
                  <a:lnTo>
                    <a:pt x="12566" y="71318"/>
                  </a:lnTo>
                  <a:cubicBezTo>
                    <a:pt x="12627" y="69770"/>
                    <a:pt x="12688" y="68222"/>
                    <a:pt x="12729" y="66674"/>
                  </a:cubicBezTo>
                  <a:cubicBezTo>
                    <a:pt x="12790" y="64699"/>
                    <a:pt x="12892" y="62703"/>
                    <a:pt x="12261" y="60768"/>
                  </a:cubicBezTo>
                  <a:cubicBezTo>
                    <a:pt x="11629" y="58772"/>
                    <a:pt x="10550" y="57102"/>
                    <a:pt x="8676" y="56003"/>
                  </a:cubicBezTo>
                  <a:cubicBezTo>
                    <a:pt x="8350" y="55799"/>
                    <a:pt x="8126" y="55310"/>
                    <a:pt x="7963" y="54923"/>
                  </a:cubicBezTo>
                  <a:cubicBezTo>
                    <a:pt x="7577" y="53905"/>
                    <a:pt x="7577" y="52846"/>
                    <a:pt x="7577" y="51787"/>
                  </a:cubicBezTo>
                  <a:cubicBezTo>
                    <a:pt x="7577" y="48997"/>
                    <a:pt x="7556" y="46207"/>
                    <a:pt x="7577" y="43417"/>
                  </a:cubicBezTo>
                  <a:cubicBezTo>
                    <a:pt x="7597" y="40545"/>
                    <a:pt x="7556" y="37674"/>
                    <a:pt x="7719" y="34802"/>
                  </a:cubicBezTo>
                  <a:cubicBezTo>
                    <a:pt x="7943" y="31218"/>
                    <a:pt x="8371" y="27634"/>
                    <a:pt x="8697" y="24049"/>
                  </a:cubicBezTo>
                  <a:cubicBezTo>
                    <a:pt x="9022" y="20587"/>
                    <a:pt x="9430" y="17145"/>
                    <a:pt x="9674" y="13683"/>
                  </a:cubicBezTo>
                  <a:cubicBezTo>
                    <a:pt x="9837" y="11341"/>
                    <a:pt x="9837" y="8979"/>
                    <a:pt x="9817" y="6616"/>
                  </a:cubicBezTo>
                  <a:cubicBezTo>
                    <a:pt x="9817" y="5007"/>
                    <a:pt x="9613" y="3419"/>
                    <a:pt x="8900" y="1953"/>
                  </a:cubicBezTo>
                  <a:cubicBezTo>
                    <a:pt x="8676" y="1505"/>
                    <a:pt x="8371" y="1057"/>
                    <a:pt x="8025" y="710"/>
                  </a:cubicBezTo>
                  <a:cubicBezTo>
                    <a:pt x="7549" y="234"/>
                    <a:pt x="6962" y="0"/>
                    <a:pt x="63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9" name="Google Shape;519;p44"/>
          <p:cNvSpPr/>
          <p:nvPr/>
        </p:nvSpPr>
        <p:spPr>
          <a:xfrm>
            <a:off x="250376" y="-1359710"/>
            <a:ext cx="844741" cy="3795461"/>
          </a:xfrm>
          <a:custGeom>
            <a:avLst/>
            <a:gdLst/>
            <a:ahLst/>
            <a:cxnLst/>
            <a:rect l="l" t="t" r="r" b="b"/>
            <a:pathLst>
              <a:path w="14665" h="66276" extrusionOk="0">
                <a:moveTo>
                  <a:pt x="7369" y="0"/>
                </a:moveTo>
                <a:cubicBezTo>
                  <a:pt x="6666" y="0"/>
                  <a:pt x="5956" y="407"/>
                  <a:pt x="5459" y="1220"/>
                </a:cubicBezTo>
                <a:cubicBezTo>
                  <a:pt x="4848" y="2238"/>
                  <a:pt x="4603" y="3378"/>
                  <a:pt x="4542" y="4539"/>
                </a:cubicBezTo>
                <a:cubicBezTo>
                  <a:pt x="4481" y="6067"/>
                  <a:pt x="4522" y="7614"/>
                  <a:pt x="4522" y="9142"/>
                </a:cubicBezTo>
                <a:cubicBezTo>
                  <a:pt x="4481" y="9162"/>
                  <a:pt x="4420" y="9162"/>
                  <a:pt x="4359" y="9162"/>
                </a:cubicBezTo>
                <a:cubicBezTo>
                  <a:pt x="4664" y="12360"/>
                  <a:pt x="4889" y="15577"/>
                  <a:pt x="5255" y="18775"/>
                </a:cubicBezTo>
                <a:cubicBezTo>
                  <a:pt x="5846" y="23907"/>
                  <a:pt x="6416" y="29039"/>
                  <a:pt x="6355" y="34232"/>
                </a:cubicBezTo>
                <a:cubicBezTo>
                  <a:pt x="6334" y="36798"/>
                  <a:pt x="6375" y="39364"/>
                  <a:pt x="6334" y="41951"/>
                </a:cubicBezTo>
                <a:cubicBezTo>
                  <a:pt x="6314" y="42684"/>
                  <a:pt x="6172" y="43437"/>
                  <a:pt x="5988" y="44170"/>
                </a:cubicBezTo>
                <a:cubicBezTo>
                  <a:pt x="5886" y="44639"/>
                  <a:pt x="5561" y="45026"/>
                  <a:pt x="5051" y="45168"/>
                </a:cubicBezTo>
                <a:cubicBezTo>
                  <a:pt x="2445" y="46003"/>
                  <a:pt x="1080" y="47877"/>
                  <a:pt x="551" y="50443"/>
                </a:cubicBezTo>
                <a:cubicBezTo>
                  <a:pt x="1" y="53131"/>
                  <a:pt x="367" y="55779"/>
                  <a:pt x="1080" y="58406"/>
                </a:cubicBezTo>
                <a:cubicBezTo>
                  <a:pt x="1549" y="60198"/>
                  <a:pt x="2261" y="61909"/>
                  <a:pt x="3280" y="63457"/>
                </a:cubicBezTo>
                <a:cubicBezTo>
                  <a:pt x="3850" y="64292"/>
                  <a:pt x="4502" y="65066"/>
                  <a:pt x="5337" y="65615"/>
                </a:cubicBezTo>
                <a:cubicBezTo>
                  <a:pt x="5999" y="66060"/>
                  <a:pt x="6678" y="66276"/>
                  <a:pt x="7351" y="66276"/>
                </a:cubicBezTo>
                <a:cubicBezTo>
                  <a:pt x="8127" y="66276"/>
                  <a:pt x="8893" y="65988"/>
                  <a:pt x="9613" y="65432"/>
                </a:cubicBezTo>
                <a:cubicBezTo>
                  <a:pt x="11324" y="64129"/>
                  <a:pt x="12261" y="62316"/>
                  <a:pt x="12994" y="60402"/>
                </a:cubicBezTo>
                <a:cubicBezTo>
                  <a:pt x="14114" y="57490"/>
                  <a:pt x="14664" y="54496"/>
                  <a:pt x="14338" y="51380"/>
                </a:cubicBezTo>
                <a:cubicBezTo>
                  <a:pt x="14175" y="49995"/>
                  <a:pt x="13788" y="48692"/>
                  <a:pt x="12974" y="47531"/>
                </a:cubicBezTo>
                <a:cubicBezTo>
                  <a:pt x="12220" y="46431"/>
                  <a:pt x="11181" y="45678"/>
                  <a:pt x="9919" y="45270"/>
                </a:cubicBezTo>
                <a:cubicBezTo>
                  <a:pt x="9247" y="45046"/>
                  <a:pt x="8819" y="44639"/>
                  <a:pt x="8677" y="43987"/>
                </a:cubicBezTo>
                <a:cubicBezTo>
                  <a:pt x="8514" y="43295"/>
                  <a:pt x="8432" y="42582"/>
                  <a:pt x="8412" y="41890"/>
                </a:cubicBezTo>
                <a:cubicBezTo>
                  <a:pt x="8371" y="40464"/>
                  <a:pt x="8391" y="39038"/>
                  <a:pt x="8391" y="37633"/>
                </a:cubicBezTo>
                <a:cubicBezTo>
                  <a:pt x="8391" y="35373"/>
                  <a:pt x="8330" y="33112"/>
                  <a:pt x="8453" y="30872"/>
                </a:cubicBezTo>
                <a:cubicBezTo>
                  <a:pt x="8636" y="27613"/>
                  <a:pt x="8941" y="24334"/>
                  <a:pt x="9226" y="21076"/>
                </a:cubicBezTo>
                <a:cubicBezTo>
                  <a:pt x="9328" y="19793"/>
                  <a:pt x="9512" y="18530"/>
                  <a:pt x="9613" y="17247"/>
                </a:cubicBezTo>
                <a:cubicBezTo>
                  <a:pt x="9837" y="14824"/>
                  <a:pt x="10082" y="12380"/>
                  <a:pt x="10204" y="9936"/>
                </a:cubicBezTo>
                <a:cubicBezTo>
                  <a:pt x="10326" y="7696"/>
                  <a:pt x="10469" y="5435"/>
                  <a:pt x="9980" y="3215"/>
                </a:cubicBezTo>
                <a:cubicBezTo>
                  <a:pt x="9837" y="2523"/>
                  <a:pt x="9593" y="1831"/>
                  <a:pt x="9247" y="1240"/>
                </a:cubicBezTo>
                <a:cubicBezTo>
                  <a:pt x="8777" y="413"/>
                  <a:pt x="8076" y="0"/>
                  <a:pt x="73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520" name="Google Shape;520;p44"/>
          <p:cNvSpPr/>
          <p:nvPr/>
        </p:nvSpPr>
        <p:spPr>
          <a:xfrm>
            <a:off x="420474" y="2715501"/>
            <a:ext cx="569842" cy="5393500"/>
          </a:xfrm>
          <a:custGeom>
            <a:avLst/>
            <a:gdLst/>
            <a:ahLst/>
            <a:cxnLst/>
            <a:rect l="l" t="t" r="r" b="b"/>
            <a:pathLst>
              <a:path w="10916" h="103921" extrusionOk="0">
                <a:moveTo>
                  <a:pt x="3033" y="1"/>
                </a:moveTo>
                <a:cubicBezTo>
                  <a:pt x="2757" y="1"/>
                  <a:pt x="2471" y="34"/>
                  <a:pt x="2179" y="97"/>
                </a:cubicBezTo>
                <a:cubicBezTo>
                  <a:pt x="1222" y="321"/>
                  <a:pt x="570" y="891"/>
                  <a:pt x="448" y="1848"/>
                </a:cubicBezTo>
                <a:cubicBezTo>
                  <a:pt x="326" y="2765"/>
                  <a:pt x="306" y="3701"/>
                  <a:pt x="306" y="4618"/>
                </a:cubicBezTo>
                <a:cubicBezTo>
                  <a:pt x="285" y="13090"/>
                  <a:pt x="285" y="21562"/>
                  <a:pt x="285" y="28120"/>
                </a:cubicBezTo>
                <a:cubicBezTo>
                  <a:pt x="346" y="38262"/>
                  <a:pt x="387" y="46489"/>
                  <a:pt x="448" y="54717"/>
                </a:cubicBezTo>
                <a:cubicBezTo>
                  <a:pt x="448" y="55837"/>
                  <a:pt x="550" y="56937"/>
                  <a:pt x="611" y="58057"/>
                </a:cubicBezTo>
                <a:cubicBezTo>
                  <a:pt x="631" y="58607"/>
                  <a:pt x="876" y="58994"/>
                  <a:pt x="1385" y="59279"/>
                </a:cubicBezTo>
                <a:cubicBezTo>
                  <a:pt x="1568" y="59381"/>
                  <a:pt x="1731" y="59625"/>
                  <a:pt x="1772" y="59829"/>
                </a:cubicBezTo>
                <a:cubicBezTo>
                  <a:pt x="1874" y="60236"/>
                  <a:pt x="1894" y="60643"/>
                  <a:pt x="1894" y="61071"/>
                </a:cubicBezTo>
                <a:cubicBezTo>
                  <a:pt x="1874" y="65083"/>
                  <a:pt x="1874" y="69075"/>
                  <a:pt x="1813" y="73087"/>
                </a:cubicBezTo>
                <a:cubicBezTo>
                  <a:pt x="1751" y="76651"/>
                  <a:pt x="1426" y="80194"/>
                  <a:pt x="937" y="83738"/>
                </a:cubicBezTo>
                <a:cubicBezTo>
                  <a:pt x="326" y="88178"/>
                  <a:pt x="0" y="92658"/>
                  <a:pt x="183" y="97159"/>
                </a:cubicBezTo>
                <a:cubicBezTo>
                  <a:pt x="244" y="98788"/>
                  <a:pt x="509" y="100417"/>
                  <a:pt x="1303" y="101884"/>
                </a:cubicBezTo>
                <a:cubicBezTo>
                  <a:pt x="1967" y="103091"/>
                  <a:pt x="2910" y="103920"/>
                  <a:pt x="4366" y="103920"/>
                </a:cubicBezTo>
                <a:cubicBezTo>
                  <a:pt x="4384" y="103920"/>
                  <a:pt x="4402" y="103920"/>
                  <a:pt x="4419" y="103920"/>
                </a:cubicBezTo>
                <a:cubicBezTo>
                  <a:pt x="5478" y="103900"/>
                  <a:pt x="6293" y="103391"/>
                  <a:pt x="6924" y="102576"/>
                </a:cubicBezTo>
                <a:cubicBezTo>
                  <a:pt x="7739" y="101517"/>
                  <a:pt x="8167" y="100295"/>
                  <a:pt x="8268" y="99032"/>
                </a:cubicBezTo>
                <a:cubicBezTo>
                  <a:pt x="8431" y="97199"/>
                  <a:pt x="8574" y="95367"/>
                  <a:pt x="8513" y="93554"/>
                </a:cubicBezTo>
                <a:cubicBezTo>
                  <a:pt x="8431" y="90703"/>
                  <a:pt x="8248" y="87852"/>
                  <a:pt x="8004" y="85001"/>
                </a:cubicBezTo>
                <a:cubicBezTo>
                  <a:pt x="7800" y="82658"/>
                  <a:pt x="7352" y="80316"/>
                  <a:pt x="7169" y="77954"/>
                </a:cubicBezTo>
                <a:cubicBezTo>
                  <a:pt x="6965" y="75266"/>
                  <a:pt x="6884" y="72557"/>
                  <a:pt x="6843" y="69869"/>
                </a:cubicBezTo>
                <a:cubicBezTo>
                  <a:pt x="6782" y="66957"/>
                  <a:pt x="6802" y="64044"/>
                  <a:pt x="6802" y="61132"/>
                </a:cubicBezTo>
                <a:cubicBezTo>
                  <a:pt x="6802" y="60908"/>
                  <a:pt x="6802" y="60704"/>
                  <a:pt x="6823" y="60480"/>
                </a:cubicBezTo>
                <a:cubicBezTo>
                  <a:pt x="6843" y="59666"/>
                  <a:pt x="6863" y="59666"/>
                  <a:pt x="7596" y="59401"/>
                </a:cubicBezTo>
                <a:cubicBezTo>
                  <a:pt x="8492" y="59075"/>
                  <a:pt x="9002" y="58403"/>
                  <a:pt x="9348" y="57548"/>
                </a:cubicBezTo>
                <a:cubicBezTo>
                  <a:pt x="10183" y="55532"/>
                  <a:pt x="10305" y="53414"/>
                  <a:pt x="10427" y="51296"/>
                </a:cubicBezTo>
                <a:cubicBezTo>
                  <a:pt x="10916" y="42905"/>
                  <a:pt x="10651" y="34514"/>
                  <a:pt x="10529" y="26144"/>
                </a:cubicBezTo>
                <a:cubicBezTo>
                  <a:pt x="10468" y="22845"/>
                  <a:pt x="10305" y="19546"/>
                  <a:pt x="10020" y="16246"/>
                </a:cubicBezTo>
                <a:cubicBezTo>
                  <a:pt x="9796" y="13864"/>
                  <a:pt x="9307" y="11501"/>
                  <a:pt x="8879" y="9139"/>
                </a:cubicBezTo>
                <a:cubicBezTo>
                  <a:pt x="8492" y="7123"/>
                  <a:pt x="7882" y="5168"/>
                  <a:pt x="6884" y="3355"/>
                </a:cubicBezTo>
                <a:cubicBezTo>
                  <a:pt x="6415" y="2500"/>
                  <a:pt x="5804" y="1685"/>
                  <a:pt x="5132" y="932"/>
                </a:cubicBezTo>
                <a:cubicBezTo>
                  <a:pt x="4557" y="280"/>
                  <a:pt x="3835" y="1"/>
                  <a:pt x="303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2699-AADD-2111-0DED-D260735D4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43C43D-CA25-1388-9D9C-3BD3AD178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94085-73CE-5CB2-2438-58FDC49AE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65127-EB24-F26E-F035-F4E448B5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176A8-C92C-A0F5-B0DF-BE7EF08C1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F16C-170A-1B46-97C7-3564EF267733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573281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B48A-E8C3-B626-BF1F-D1FBD8B2F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CA9EB-BB9D-3842-B8D0-6DB611A5E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EE392-9814-0D21-F6DE-2DBE22F36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A52B5-3E7C-70DF-18EB-76867C4A6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D21E0-A2D1-2C7F-23FD-92DEE44C1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F16C-170A-1B46-97C7-3564EF267733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285549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126B9-A4A5-E5A3-CEC8-BA87CEB2D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1C26D-93CE-31FD-B63C-97592A7DD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EB0C7-0EC4-3740-FB9E-FB684BEED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D1E3E-B7B5-52C3-5736-1A6953572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B90BB-612F-4188-526C-FFF69D431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F16C-170A-1B46-97C7-3564EF267733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2761237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1AC9B-B937-A8B7-88F5-7F2799F0F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2B095-236C-0840-FF99-D99F1E097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1DFB7A-10FF-C1EB-D3DE-58FB62664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0FAB9-7F13-3FFF-F5FC-46E88BB3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B72FFD-53BA-7F35-CFBE-C84A3D417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0A3A3-8E6D-6303-0E0A-AEAB7F886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F16C-170A-1B46-97C7-3564EF267733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0874167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A138-A1F3-CAA9-94E6-6283F7D9C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5C5CB-5F3F-F12F-D9A4-728CC8046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FB1B4-3AE5-86D0-AEA6-F8326F229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5AA45-F5E9-6D68-56B2-9F19913FC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B7BA47-8CAE-0E50-150A-FC30A8F00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94EFF5-E9EA-1B04-B180-A6A6447E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6A17C-ABCC-D0A4-8C46-A54673CCA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A612F5-171B-DEED-7821-55D527F89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F16C-170A-1B46-97C7-3564EF267733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93782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86695-7C8B-49EE-A3A9-CDF44BDB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9D558D-0D35-F443-F9E9-3104AD7A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AE045-9A51-6E68-4FA8-D159BF16A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56336-DE97-AC2B-71B2-8CA63C8C0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F16C-170A-1B46-97C7-3564EF267733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64996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728841-08C4-6045-8092-614711E8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54D305-84E5-6A01-556E-6A2CB480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9C232-55BD-2CA6-030A-6A1D136FB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F16C-170A-1B46-97C7-3564EF267733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9762727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2C01F-FB96-757E-9F4E-963A2C7FF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E1841-4B04-3A4E-1041-03FF28308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57D2E-5CCF-9EBF-03F7-26E93B8B3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CE219-1851-A99A-D8FB-B37F55A01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F82BB-0BBC-DD16-6AA2-4AA49F6EC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97EFE-8FC6-3F49-196F-529C94C5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F16C-170A-1B46-97C7-3564EF267733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9365479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667F2-ECA1-4793-278F-EC6D665B8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25779E-E3AD-CA5B-D5ED-E6C22D1204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D436E-7F6B-9524-9BF8-4316F6762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64D30-8354-7582-D3CF-ABE338F91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E3F64-27E2-1100-17E1-C051E3E96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408DF-1AA6-6098-E42B-7F0BA2AF5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F16C-170A-1B46-97C7-3564EF267733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7076071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A6790-6362-86A2-B10D-7468E7B6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50FB4-A755-04AB-4471-AA39E6110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5BB37-80EC-53A9-1766-07A357D01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9E64-7C88-D716-2994-C94901B6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AED72-5333-5871-75F9-63ED3B0BD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F16C-170A-1B46-97C7-3564EF267733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6545043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1C34AE-251D-C04A-DD7A-9156AC62CF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8AF620-6DE3-E6DD-26EB-8FA3CCDE6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01D77-B00E-D529-6244-33C3F460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7B2A3-2212-E676-FC39-672637AD4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10E49-9A94-E981-0DEE-131D368B8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F16C-170A-1B46-97C7-3564EF267733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157278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20104-0E5E-4D93-CF59-7DF27FCAF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16A6A5-64F4-7B23-BAC4-DD4A11DCC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AA9799-9D57-5F9C-5F20-29079F0A8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CE6F9-3BE7-39FD-2205-6883ED45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F16C-170A-1B46-97C7-3564EF267733}" type="slidenum">
              <a:rPr lang="en-HR" smtClean="0"/>
              <a:t>‹#›</a:t>
            </a:fld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24751396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7D9A7-1CF9-4171-83AB-DC899F9C0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F9AD0-9FA5-2243-7E2B-2768D0F9B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213A3-A2F5-F8D4-0C5C-D37FF2D9C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8E58D-0B30-ED9B-BD69-6BCE8BC0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E4F3D-B546-5245-BF0E-BC30B5851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DEAF6-B570-FA4F-BDA8-0DEBA91F0FC8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0720603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842B0-1C2F-7841-A5EA-5E52E140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75AAA-794B-2697-2282-3A866C13D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28B6C-69F2-97FC-67DE-6E021CC9E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B6BF2-EA93-A60C-77AB-8E398CD7F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BB62D-6F33-5AEB-6223-46566D61F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DEAF6-B570-FA4F-BDA8-0DEBA91F0FC8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27101422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9DBED-B4DE-7A19-8CC1-5831107E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4B82D-3B39-8BE3-513F-8B3947BE3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90AD3-AA29-0AB8-6687-DC054621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C1CD1-803F-BDEA-E050-137ADBA07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05CDB-26A0-D88D-D220-F26209EC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DEAF6-B570-FA4F-BDA8-0DEBA91F0FC8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9954557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DAA44-5564-82A1-5E61-4D07D73A4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E3DD2-90F2-2BE3-A5F8-92ED3DBAE9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6C36A-7165-AD29-7252-C56F78838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09699-A501-C3E3-7A3E-E57E6EB4D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53444-2F76-870E-25AF-EF0E1B9B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41F13-3168-B1E8-144D-B9383C4E0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DEAF6-B570-FA4F-BDA8-0DEBA91F0FC8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1964200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03648-0D97-221A-F8B3-DB3DBE13A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FB300-9AE3-CF4F-0B41-52B71DDA0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C1E7EF-21EF-6AE2-E930-FC0C39CF5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2DFB4D-CBA6-8BE3-EE10-CB68CA63FA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6A379-BFB9-730C-95A0-9CD6D5B86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493608-BEAD-3B3B-2A38-BA55C298A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E0799C-1068-E450-60ED-FC2E2CB67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C40F5A-851F-C9E3-E26E-EA6406913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DEAF6-B570-FA4F-BDA8-0DEBA91F0FC8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1807583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4E1B4-BB49-6979-B4F6-CE50786BD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490C7E-9A37-96EF-284F-BB262F4B4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44C4A-BA67-9043-EB96-454EED80B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76202-3B00-BFD4-4725-6A5B7D886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DEAF6-B570-FA4F-BDA8-0DEBA91F0FC8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037855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1270D8-47F9-BAEF-FCDB-EFAAE78A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D1E8A-6AAC-D5B2-8511-50ABDFA08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83A60-7E55-9917-4B62-8A1DB9BFD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DEAF6-B570-FA4F-BDA8-0DEBA91F0FC8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5327189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FBB7A-6154-8A04-52F0-128357C2B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816D8-CAD6-EFDD-A508-FDDFEFCAC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158C0-E097-52C4-7A4B-D28A763C4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602C1-ECB9-4A6C-B2B5-12FBF425D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AD03F-7211-3044-34D9-00DE7F00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DE698-CE62-4CFF-73D6-339251C90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DEAF6-B570-FA4F-BDA8-0DEBA91F0FC8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9508779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546B3-8616-D347-3B8C-2F845828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08869D-C273-46CA-0F04-9BC0734563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87CAA-117C-6097-1CD2-0E93517FC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E1D42-09F9-FC63-7D97-38FE2A9AC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42089-9FC3-EC2C-4107-EDA80DAA8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9AB85-B1F7-7CDA-A4F6-51B0E6F9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DEAF6-B570-FA4F-BDA8-0DEBA91F0FC8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6718483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DD2C1-2665-3737-8C8E-AC5DA54C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C6885-B16A-628E-7131-57A761DFA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17112-AD29-15E1-B7B5-EBCAEC17D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F43F1-4C94-E529-8A26-F6FE82186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64BA-C3D1-5356-34B1-9AB2F1E2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DEAF6-B570-FA4F-BDA8-0DEBA91F0FC8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9027278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47D3ED-4DEC-E0B6-6760-34C8E8D85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CFED9-1FE0-B48F-BC58-75FC86180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5D7B7-0A09-FB4B-5262-44745AD4E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68DCF-2615-368C-3DD5-62DFFD34E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4979F-6B45-C6E5-63BF-1473D8D0D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DEAF6-B570-FA4F-BDA8-0DEBA91F0FC8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13095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Fjalla One"/>
              <a:buNone/>
              <a:defRPr sz="6000" b="1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assion One"/>
              <a:buNone/>
              <a:defRPr sz="6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assion One"/>
              <a:buNone/>
              <a:defRPr sz="6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assion One"/>
              <a:buNone/>
              <a:defRPr sz="6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assion One"/>
              <a:buNone/>
              <a:defRPr sz="6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assion One"/>
              <a:buNone/>
              <a:defRPr sz="6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assion One"/>
              <a:buNone/>
              <a:defRPr sz="6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assion One"/>
              <a:buNone/>
              <a:defRPr sz="6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assion One"/>
              <a:buNone/>
              <a:defRPr sz="6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●"/>
              <a:defRPr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○"/>
              <a:defRPr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■"/>
              <a:defRPr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●"/>
              <a:defRPr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○"/>
              <a:defRPr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■"/>
              <a:defRPr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●"/>
              <a:defRPr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Char char="○"/>
              <a:defRPr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Roboto"/>
              <a:buChar char="■"/>
              <a:defRPr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B3F202-DB42-21FB-B5D4-3D1944174BDA}"/>
              </a:ext>
            </a:extLst>
          </p:cNvPr>
          <p:cNvSpPr txBox="1"/>
          <p:nvPr userDrawn="1"/>
        </p:nvSpPr>
        <p:spPr>
          <a:xfrm>
            <a:off x="8259223" y="4549761"/>
            <a:ext cx="10040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2606DE2-8A71-5744-8E21-4D04A25945D5}" type="slidenum">
              <a:rPr lang="en-HR" sz="1200" smtClean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‹#›</a:t>
            </a:fld>
            <a:endParaRPr lang="en-HR" dirty="0">
              <a:solidFill>
                <a:schemeClr val="accent4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8" r:id="rId7"/>
    <p:sldLayoutId id="2147483660" r:id="rId8"/>
    <p:sldLayoutId id="2147483680" r:id="rId9"/>
    <p:sldLayoutId id="2147483688" r:id="rId10"/>
    <p:sldLayoutId id="2147483689" r:id="rId11"/>
    <p:sldLayoutId id="2147483690" r:id="rId1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CF63FE-0972-8A14-C631-3D13BBAA6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A6516-8FCB-8D64-6608-B0420D02E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8BEF7-A088-6F53-C4F3-4AF437F10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951EF-9734-6685-2C5E-460F959556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6CDA2-DBD8-4E09-1DB5-B92270909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A9EF16C-170A-1B46-97C7-3564EF267733}" type="slidenum">
              <a:rPr lang="en-HR" smtClean="0"/>
              <a:pPr/>
              <a:t>‹#›</a:t>
            </a:fld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250581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265B91-4E55-0CDB-D4A4-850E62528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299A2-708F-D7BA-617B-67BAD3D9F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9824A-D366-4828-C668-C80BE8F105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7BBA3-AAEF-2B4F-41D3-4E12CBB2A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AEF59-5C3F-AB49-3F39-AAEE02BA9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DEAF6-B570-FA4F-BDA8-0DEBA91F0FC8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531113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kuhari.app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7"/>
          <p:cNvSpPr txBox="1">
            <a:spLocks noGrp="1"/>
          </p:cNvSpPr>
          <p:nvPr>
            <p:ph type="subTitle" idx="1"/>
          </p:nvPr>
        </p:nvSpPr>
        <p:spPr>
          <a:xfrm>
            <a:off x="2033400" y="3114579"/>
            <a:ext cx="5074800" cy="8468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Tim:  TG06.3  Inovatori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Ak.god</a:t>
            </a:r>
            <a:r>
              <a:rPr lang="hr-HR" dirty="0"/>
              <a:t>. 2025./2026.</a:t>
            </a:r>
            <a:endParaRPr dirty="0"/>
          </a:p>
        </p:txBody>
      </p:sp>
      <p:sp>
        <p:nvSpPr>
          <p:cNvPr id="530" name="Google Shape;530;p47"/>
          <p:cNvSpPr txBox="1">
            <a:spLocks noGrp="1"/>
          </p:cNvSpPr>
          <p:nvPr>
            <p:ph type="ctrTitle"/>
          </p:nvPr>
        </p:nvSpPr>
        <p:spPr>
          <a:xfrm>
            <a:off x="2033400" y="611079"/>
            <a:ext cx="5077200" cy="25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 dirty="0" err="1"/>
              <a:t>kuhari.app</a:t>
            </a:r>
            <a:endParaRPr sz="8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8"/>
          <p:cNvSpPr txBox="1">
            <a:spLocks noGrp="1"/>
          </p:cNvSpPr>
          <p:nvPr>
            <p:ph type="title"/>
          </p:nvPr>
        </p:nvSpPr>
        <p:spPr>
          <a:xfrm>
            <a:off x="1252725" y="539500"/>
            <a:ext cx="6631800" cy="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 err="1"/>
              <a:t>Sadržaj</a:t>
            </a:r>
            <a:endParaRPr dirty="0"/>
          </a:p>
        </p:txBody>
      </p:sp>
      <p:sp>
        <p:nvSpPr>
          <p:cNvPr id="536" name="Google Shape;536;p48"/>
          <p:cNvSpPr txBox="1">
            <a:spLocks noGrp="1"/>
          </p:cNvSpPr>
          <p:nvPr>
            <p:ph type="subTitle" idx="1"/>
          </p:nvPr>
        </p:nvSpPr>
        <p:spPr>
          <a:xfrm>
            <a:off x="1252725" y="1574275"/>
            <a:ext cx="7128000" cy="2324625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>
              <a:buFont typeface="Courier New" panose="02070309020205020404" pitchFamily="49" charset="0"/>
              <a:buChar char="o"/>
            </a:pPr>
            <a:r>
              <a:rPr lang="en-US" sz="1800" dirty="0" err="1"/>
              <a:t>Opis</a:t>
            </a:r>
            <a:r>
              <a:rPr lang="en-US" sz="1800" dirty="0"/>
              <a:t> </a:t>
            </a:r>
            <a:r>
              <a:rPr lang="en-US" sz="1800" dirty="0" err="1"/>
              <a:t>zadatka</a:t>
            </a:r>
            <a:r>
              <a:rPr lang="en-US" sz="1800" dirty="0"/>
              <a:t> i </a:t>
            </a:r>
            <a:r>
              <a:rPr lang="en-US" sz="1800" dirty="0" err="1"/>
              <a:t>cilj</a:t>
            </a:r>
            <a:r>
              <a:rPr lang="en-US" sz="1800" dirty="0"/>
              <a:t> </a:t>
            </a:r>
            <a:r>
              <a:rPr lang="en-US" sz="1800" dirty="0" err="1"/>
              <a:t>projekta</a:t>
            </a:r>
            <a:endParaRPr lang="en-US" sz="1800" dirty="0"/>
          </a:p>
          <a:p>
            <a:pPr marL="425450" indent="-285750">
              <a:buFont typeface="Courier New" panose="02070309020205020404" pitchFamily="49" charset="0"/>
              <a:buChar char="o"/>
            </a:pPr>
            <a:r>
              <a:rPr lang="en-US" sz="1800" dirty="0" err="1"/>
              <a:t>Korišteni</a:t>
            </a:r>
            <a:r>
              <a:rPr lang="en-US" sz="1800" dirty="0"/>
              <a:t> </a:t>
            </a:r>
            <a:r>
              <a:rPr lang="en-US" sz="1800" dirty="0" err="1"/>
              <a:t>alati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tehnologije</a:t>
            </a:r>
            <a:endParaRPr lang="en-US" sz="1800" dirty="0"/>
          </a:p>
          <a:p>
            <a:pPr marL="425450" indent="-285750">
              <a:buFont typeface="Courier New" panose="02070309020205020404" pitchFamily="49" charset="0"/>
              <a:buChar char="o"/>
            </a:pPr>
            <a:r>
              <a:rPr lang="en-US" sz="1800" dirty="0"/>
              <a:t>Analiza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oblikovanje</a:t>
            </a:r>
            <a:r>
              <a:rPr lang="en-US" sz="1800" dirty="0"/>
              <a:t> </a:t>
            </a:r>
            <a:r>
              <a:rPr lang="en-US" sz="1800" dirty="0" err="1"/>
              <a:t>sustava</a:t>
            </a:r>
            <a:r>
              <a:rPr lang="en-US" sz="1800" dirty="0"/>
              <a:t> </a:t>
            </a:r>
          </a:p>
          <a:p>
            <a:pPr marL="882650" lvl="1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600" dirty="0" err="1"/>
              <a:t>Zahtjevi</a:t>
            </a:r>
            <a:endParaRPr lang="en-US" sz="1600" dirty="0"/>
          </a:p>
          <a:p>
            <a:pPr marL="882650" lvl="1" indent="-28575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600" dirty="0" err="1"/>
              <a:t>Arhitektura</a:t>
            </a:r>
            <a:endParaRPr lang="en-US" sz="1600" dirty="0"/>
          </a:p>
          <a:p>
            <a:pPr marL="425450" indent="-285750">
              <a:buFont typeface="Courier New" panose="02070309020205020404" pitchFamily="49" charset="0"/>
              <a:buChar char="o"/>
            </a:pPr>
            <a:r>
              <a:rPr lang="en-US" sz="1800" dirty="0" err="1"/>
              <a:t>Organizacija</a:t>
            </a:r>
            <a:r>
              <a:rPr lang="en-US" sz="1800" dirty="0"/>
              <a:t> rada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članovi</a:t>
            </a:r>
            <a:r>
              <a:rPr lang="en-US" sz="1800" dirty="0"/>
              <a:t> </a:t>
            </a:r>
            <a:r>
              <a:rPr lang="en-US" sz="1800" dirty="0" err="1"/>
              <a:t>tima</a:t>
            </a:r>
            <a:endParaRPr lang="en-US" sz="1800" dirty="0"/>
          </a:p>
          <a:p>
            <a:pPr marL="425450" indent="-285750">
              <a:buFont typeface="Courier New" panose="02070309020205020404" pitchFamily="49" charset="0"/>
              <a:buChar char="o"/>
            </a:pPr>
            <a:r>
              <a:rPr lang="en-US" sz="1800" dirty="0" err="1"/>
              <a:t>Iskustva</a:t>
            </a:r>
            <a:endParaRPr lang="en-US" sz="1800" dirty="0"/>
          </a:p>
          <a:p>
            <a:pPr marL="425450" indent="-285750">
              <a:buFont typeface="Courier New" panose="02070309020205020404" pitchFamily="49" charset="0"/>
              <a:buChar char="o"/>
            </a:pPr>
            <a:endParaRPr lang="en-US" sz="18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 panose="02070309020205020404" pitchFamily="49" charset="0"/>
              <a:buChar char="o"/>
            </a:pPr>
            <a:endParaRPr sz="1800" dirty="0"/>
          </a:p>
          <a:p>
            <a:pPr marL="285750" lvl="0" indent="-285750" algn="l" rtl="0">
              <a:spcBef>
                <a:spcPts val="1600"/>
              </a:spcBef>
              <a:spcAft>
                <a:spcPts val="1600"/>
              </a:spcAft>
              <a:buFont typeface="Courier New" panose="02070309020205020404" pitchFamily="49" charset="0"/>
              <a:buChar char="o"/>
            </a:pPr>
            <a:endParaRPr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6"/>
          <p:cNvSpPr txBox="1">
            <a:spLocks noGrp="1"/>
          </p:cNvSpPr>
          <p:nvPr>
            <p:ph type="title"/>
          </p:nvPr>
        </p:nvSpPr>
        <p:spPr>
          <a:xfrm>
            <a:off x="567900" y="1842725"/>
            <a:ext cx="1744500" cy="13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01.</a:t>
            </a:r>
            <a:endParaRPr dirty="0"/>
          </a:p>
        </p:txBody>
      </p:sp>
      <p:sp>
        <p:nvSpPr>
          <p:cNvPr id="615" name="Google Shape;615;p56"/>
          <p:cNvSpPr txBox="1">
            <a:spLocks noGrp="1"/>
          </p:cNvSpPr>
          <p:nvPr>
            <p:ph type="title" idx="2"/>
          </p:nvPr>
        </p:nvSpPr>
        <p:spPr>
          <a:xfrm>
            <a:off x="3511300" y="1263575"/>
            <a:ext cx="4590300" cy="25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Opis</a:t>
            </a:r>
            <a:r>
              <a:rPr lang="en" dirty="0"/>
              <a:t> </a:t>
            </a:r>
            <a:r>
              <a:rPr lang="en" dirty="0" err="1"/>
              <a:t>zadatka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" dirty="0"/>
              <a:t> </a:t>
            </a:r>
            <a:r>
              <a:rPr lang="en" dirty="0" err="1"/>
              <a:t>cilj</a:t>
            </a:r>
            <a:r>
              <a:rPr lang="en" dirty="0"/>
              <a:t> </a:t>
            </a:r>
            <a:r>
              <a:rPr lang="en" dirty="0" err="1"/>
              <a:t>projekta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1"/>
          <p:cNvSpPr txBox="1">
            <a:spLocks noGrp="1"/>
          </p:cNvSpPr>
          <p:nvPr>
            <p:ph type="title"/>
          </p:nvPr>
        </p:nvSpPr>
        <p:spPr>
          <a:xfrm>
            <a:off x="941824" y="1037363"/>
            <a:ext cx="49287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 err="1"/>
              <a:t>Opis</a:t>
            </a:r>
            <a:r>
              <a:rPr lang="en" sz="4400" dirty="0"/>
              <a:t> </a:t>
            </a:r>
            <a:r>
              <a:rPr lang="en" sz="4400" dirty="0" err="1"/>
              <a:t>zadatka</a:t>
            </a:r>
            <a:endParaRPr sz="4400" dirty="0"/>
          </a:p>
        </p:txBody>
      </p:sp>
      <p:sp>
        <p:nvSpPr>
          <p:cNvPr id="582" name="Google Shape;582;p51"/>
          <p:cNvSpPr txBox="1">
            <a:spLocks noGrp="1"/>
          </p:cNvSpPr>
          <p:nvPr>
            <p:ph type="subTitle" idx="1"/>
          </p:nvPr>
        </p:nvSpPr>
        <p:spPr>
          <a:xfrm>
            <a:off x="571500" y="1926363"/>
            <a:ext cx="7086600" cy="1938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Razviti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web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aplikaciju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za online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učenje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kuhanja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Omogućiti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registraciju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prijavu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korisnika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Podržati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različite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korisničke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uloge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(administrator,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instruktor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polaznik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Omogućiti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upravljanje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tečajevima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receptima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korisnicima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Implementirati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sigurnu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autentifikaciju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autorizaciju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Osigurati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funkcionalnu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stabilnu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web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aplikaciju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prema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zadanim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zahtjevima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74"/>
          <p:cNvSpPr txBox="1">
            <a:spLocks noGrp="1"/>
          </p:cNvSpPr>
          <p:nvPr>
            <p:ph type="subTitle" idx="3"/>
          </p:nvPr>
        </p:nvSpPr>
        <p:spPr>
          <a:xfrm>
            <a:off x="407404" y="3361950"/>
            <a:ext cx="3149515" cy="5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hr-HR" dirty="0"/>
              <a:t>Naša prednost</a:t>
            </a:r>
            <a:endParaRPr dirty="0"/>
          </a:p>
        </p:txBody>
      </p:sp>
      <p:sp>
        <p:nvSpPr>
          <p:cNvPr id="930" name="Google Shape;930;p74"/>
          <p:cNvSpPr txBox="1">
            <a:spLocks noGrp="1"/>
          </p:cNvSpPr>
          <p:nvPr>
            <p:ph type="subTitle" idx="2"/>
          </p:nvPr>
        </p:nvSpPr>
        <p:spPr>
          <a:xfrm>
            <a:off x="4062568" y="2859000"/>
            <a:ext cx="3692700" cy="15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1600" dirty="0"/>
              <a:t>Za </a:t>
            </a:r>
            <a:r>
              <a:rPr lang="en-US" sz="1600" dirty="0" err="1"/>
              <a:t>razliku</a:t>
            </a:r>
            <a:r>
              <a:rPr lang="en-US" sz="1600" dirty="0"/>
              <a:t> od </a:t>
            </a:r>
            <a:r>
              <a:rPr lang="en-US" sz="1600" dirty="0" err="1"/>
              <a:t>postojećih</a:t>
            </a:r>
            <a:r>
              <a:rPr lang="en-US" sz="1600" dirty="0"/>
              <a:t> </a:t>
            </a:r>
            <a:r>
              <a:rPr lang="en-US" sz="1600" dirty="0" err="1"/>
              <a:t>sličnih</a:t>
            </a:r>
            <a:r>
              <a:rPr lang="en-US" sz="1600" dirty="0"/>
              <a:t> </a:t>
            </a:r>
            <a:r>
              <a:rPr lang="en-US" sz="1600" dirty="0" err="1"/>
              <a:t>rješenja</a:t>
            </a:r>
            <a:r>
              <a:rPr lang="en-US" sz="1600" dirty="0"/>
              <a:t>, </a:t>
            </a:r>
            <a:r>
              <a:rPr lang="en-US" sz="1600" dirty="0" err="1"/>
              <a:t>aplikacija</a:t>
            </a:r>
            <a:r>
              <a:rPr lang="en-US" sz="1600" dirty="0"/>
              <a:t> </a:t>
            </a:r>
            <a:r>
              <a:rPr lang="en-US" sz="1600" dirty="0" err="1"/>
              <a:t>objedinjuje</a:t>
            </a:r>
            <a:r>
              <a:rPr lang="en-US" sz="1600" dirty="0"/>
              <a:t> </a:t>
            </a:r>
            <a:r>
              <a:rPr lang="en-US" sz="1600" dirty="0" err="1"/>
              <a:t>edukaciju</a:t>
            </a:r>
            <a:r>
              <a:rPr lang="en-US" sz="1600" dirty="0"/>
              <a:t>, </a:t>
            </a:r>
            <a:r>
              <a:rPr lang="en-US" sz="1600" dirty="0" err="1"/>
              <a:t>interakciju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upravljanje</a:t>
            </a:r>
            <a:r>
              <a:rPr lang="en-US" sz="1600" dirty="0"/>
              <a:t> </a:t>
            </a:r>
            <a:r>
              <a:rPr lang="en-US" sz="1600" dirty="0" err="1"/>
              <a:t>sadržajem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jednom</a:t>
            </a:r>
            <a:r>
              <a:rPr lang="en-US" sz="1600" dirty="0"/>
              <a:t> </a:t>
            </a:r>
            <a:r>
              <a:rPr lang="en-US" sz="1600" dirty="0" err="1"/>
              <a:t>mjestu</a:t>
            </a:r>
            <a:r>
              <a:rPr lang="en-US" sz="1600" dirty="0"/>
              <a:t>.</a:t>
            </a:r>
            <a:endParaRPr sz="1600" dirty="0"/>
          </a:p>
        </p:txBody>
      </p:sp>
      <p:sp>
        <p:nvSpPr>
          <p:cNvPr id="931" name="Google Shape;931;p74"/>
          <p:cNvSpPr txBox="1">
            <a:spLocks noGrp="1"/>
          </p:cNvSpPr>
          <p:nvPr>
            <p:ph type="subTitle" idx="1"/>
          </p:nvPr>
        </p:nvSpPr>
        <p:spPr>
          <a:xfrm>
            <a:off x="4062567" y="880925"/>
            <a:ext cx="4135031" cy="157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1600" dirty="0" err="1"/>
              <a:t>Razviti</a:t>
            </a:r>
            <a:r>
              <a:rPr lang="en-US" sz="1600" dirty="0"/>
              <a:t> </a:t>
            </a:r>
            <a:r>
              <a:rPr lang="en-US" sz="1600" dirty="0" err="1"/>
              <a:t>funkcionalnu</a:t>
            </a:r>
            <a:r>
              <a:rPr lang="en-US" sz="1600" dirty="0"/>
              <a:t> web </a:t>
            </a:r>
            <a:r>
              <a:rPr lang="en-US" sz="1600" dirty="0" err="1"/>
              <a:t>aplikaciju</a:t>
            </a:r>
            <a:r>
              <a:rPr lang="en-US" sz="1600" dirty="0"/>
              <a:t> za </a:t>
            </a:r>
            <a:r>
              <a:rPr lang="en-US" sz="1600" dirty="0" err="1"/>
              <a:t>upravljanje</a:t>
            </a:r>
            <a:r>
              <a:rPr lang="en-US" sz="1600" dirty="0"/>
              <a:t> </a:t>
            </a:r>
            <a:r>
              <a:rPr lang="en-US" sz="1600" dirty="0" err="1"/>
              <a:t>kulinarskim</a:t>
            </a:r>
            <a:r>
              <a:rPr lang="en-US" sz="1600" dirty="0"/>
              <a:t> </a:t>
            </a:r>
            <a:r>
              <a:rPr lang="en-US" sz="1600" dirty="0" err="1"/>
              <a:t>tečajevima</a:t>
            </a:r>
            <a:r>
              <a:rPr lang="en-US" sz="1600" dirty="0"/>
              <a:t> </a:t>
            </a:r>
            <a:r>
              <a:rPr lang="en-US" sz="1600" dirty="0" err="1"/>
              <a:t>koja</a:t>
            </a:r>
            <a:r>
              <a:rPr lang="en-US" sz="1600" dirty="0"/>
              <a:t> </a:t>
            </a:r>
            <a:r>
              <a:rPr lang="en-US" sz="1600" dirty="0" err="1"/>
              <a:t>omogućuje</a:t>
            </a:r>
            <a:r>
              <a:rPr lang="en-US" sz="1600" dirty="0"/>
              <a:t> </a:t>
            </a:r>
            <a:r>
              <a:rPr lang="en-US" sz="1600" dirty="0" err="1"/>
              <a:t>različite</a:t>
            </a:r>
            <a:r>
              <a:rPr lang="en-US" sz="1600" dirty="0"/>
              <a:t> </a:t>
            </a:r>
            <a:r>
              <a:rPr lang="en-US" sz="1600" dirty="0" err="1"/>
              <a:t>uloge</a:t>
            </a:r>
            <a:r>
              <a:rPr lang="en-US" sz="1600" dirty="0"/>
              <a:t> </a:t>
            </a:r>
            <a:r>
              <a:rPr lang="en-US" sz="1600" dirty="0" err="1"/>
              <a:t>korisnika</a:t>
            </a:r>
            <a:r>
              <a:rPr lang="en-US" sz="1600" dirty="0"/>
              <a:t>, </a:t>
            </a:r>
            <a:r>
              <a:rPr lang="en-US" sz="1600" dirty="0" err="1"/>
              <a:t>sigurno</a:t>
            </a:r>
            <a:r>
              <a:rPr lang="en-US" sz="1600" dirty="0"/>
              <a:t> </a:t>
            </a:r>
            <a:r>
              <a:rPr lang="en-US" sz="1600" dirty="0" err="1"/>
              <a:t>prijavljivanje</a:t>
            </a:r>
            <a:r>
              <a:rPr lang="en-US" sz="1600" dirty="0"/>
              <a:t> </a:t>
            </a:r>
            <a:r>
              <a:rPr lang="en-US" sz="1600" dirty="0" err="1"/>
              <a:t>te</a:t>
            </a:r>
            <a:r>
              <a:rPr lang="en-US" sz="1600" dirty="0"/>
              <a:t> </a:t>
            </a:r>
            <a:r>
              <a:rPr lang="en-US" sz="1600" dirty="0" err="1"/>
              <a:t>pregledno</a:t>
            </a:r>
            <a:r>
              <a:rPr lang="en-US" sz="1600" dirty="0"/>
              <a:t> </a:t>
            </a:r>
            <a:r>
              <a:rPr lang="en-US" sz="1600" dirty="0" err="1"/>
              <a:t>upravljanje</a:t>
            </a:r>
            <a:r>
              <a:rPr lang="en-US" sz="1600" dirty="0"/>
              <a:t> </a:t>
            </a:r>
            <a:r>
              <a:rPr lang="en-US" sz="1600" dirty="0" err="1"/>
              <a:t>sadržajem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aktivnostima</a:t>
            </a:r>
            <a:r>
              <a:rPr lang="en-US" sz="1600" dirty="0"/>
              <a:t>.</a:t>
            </a:r>
            <a:endParaRPr sz="1600" dirty="0"/>
          </a:p>
        </p:txBody>
      </p:sp>
      <p:cxnSp>
        <p:nvCxnSpPr>
          <p:cNvPr id="932" name="Google Shape;932;p74"/>
          <p:cNvCxnSpPr/>
          <p:nvPr/>
        </p:nvCxnSpPr>
        <p:spPr>
          <a:xfrm rot="10800000" flipH="1">
            <a:off x="3835393" y="1133075"/>
            <a:ext cx="6600" cy="914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3" name="Google Shape;933;p74"/>
          <p:cNvCxnSpPr/>
          <p:nvPr/>
        </p:nvCxnSpPr>
        <p:spPr>
          <a:xfrm rot="10800000" flipH="1">
            <a:off x="3835393" y="3188250"/>
            <a:ext cx="6600" cy="914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4" name="Google Shape;934;p74"/>
          <p:cNvSpPr txBox="1">
            <a:spLocks noGrp="1"/>
          </p:cNvSpPr>
          <p:nvPr>
            <p:ph type="title"/>
          </p:nvPr>
        </p:nvSpPr>
        <p:spPr>
          <a:xfrm>
            <a:off x="636004" y="1323575"/>
            <a:ext cx="2849821" cy="68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Cilj</a:t>
            </a:r>
            <a:r>
              <a:rPr lang="en" dirty="0"/>
              <a:t> </a:t>
            </a:r>
            <a:r>
              <a:rPr lang="en" dirty="0" err="1"/>
              <a:t>projekta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71"/>
          <p:cNvSpPr txBox="1">
            <a:spLocks noGrp="1"/>
          </p:cNvSpPr>
          <p:nvPr>
            <p:ph type="title"/>
          </p:nvPr>
        </p:nvSpPr>
        <p:spPr>
          <a:xfrm flipH="1">
            <a:off x="6686375" y="1844525"/>
            <a:ext cx="1744500" cy="13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887" name="Google Shape;887;p71"/>
          <p:cNvSpPr txBox="1">
            <a:spLocks noGrp="1"/>
          </p:cNvSpPr>
          <p:nvPr>
            <p:ph type="title" idx="2"/>
          </p:nvPr>
        </p:nvSpPr>
        <p:spPr>
          <a:xfrm>
            <a:off x="891025" y="1317600"/>
            <a:ext cx="4910400" cy="25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/>
            <a:r>
              <a:rPr lang="en-US" sz="6000" dirty="0" err="1"/>
              <a:t>Korišteni</a:t>
            </a:r>
            <a:r>
              <a:rPr lang="en-US" sz="6000" dirty="0"/>
              <a:t> </a:t>
            </a:r>
            <a:r>
              <a:rPr lang="en-US" sz="6000" dirty="0" err="1"/>
              <a:t>alati</a:t>
            </a:r>
            <a:r>
              <a:rPr lang="en-US" sz="6000" dirty="0"/>
              <a:t> </a:t>
            </a:r>
            <a:r>
              <a:rPr lang="en-US" sz="6000" dirty="0" err="1"/>
              <a:t>i</a:t>
            </a:r>
            <a:r>
              <a:rPr lang="en-US" sz="6000" dirty="0"/>
              <a:t> </a:t>
            </a:r>
            <a:r>
              <a:rPr lang="en-US" sz="6000" dirty="0" err="1"/>
              <a:t>tehnologije</a:t>
            </a:r>
            <a:endParaRPr lang="en-US" sz="6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880CCD31-8409-1427-F791-24C608BAE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8">
            <a:extLst>
              <a:ext uri="{FF2B5EF4-FFF2-40B4-BE49-F238E27FC236}">
                <a16:creationId xmlns:a16="http://schemas.microsoft.com/office/drawing/2014/main" id="{32426263-97A2-C1C1-26C8-16D2A4A5A2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2725" y="539500"/>
            <a:ext cx="6631800" cy="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/>
            <a:r>
              <a:rPr lang="en-US" sz="4400" dirty="0" err="1"/>
              <a:t>Korišteni</a:t>
            </a:r>
            <a:r>
              <a:rPr lang="en-US" sz="4400" dirty="0"/>
              <a:t> </a:t>
            </a:r>
            <a:r>
              <a:rPr lang="en-US" sz="4400" dirty="0" err="1"/>
              <a:t>alati</a:t>
            </a:r>
            <a:r>
              <a:rPr lang="en-US" sz="4400" dirty="0"/>
              <a:t> </a:t>
            </a:r>
            <a:r>
              <a:rPr lang="en-US" sz="4400" dirty="0" err="1"/>
              <a:t>i</a:t>
            </a:r>
            <a:r>
              <a:rPr lang="en-US" sz="4400" dirty="0"/>
              <a:t> </a:t>
            </a:r>
            <a:r>
              <a:rPr lang="en-US" sz="4400" dirty="0" err="1"/>
              <a:t>tehnologije</a:t>
            </a:r>
            <a:endParaRPr lang="en-US" sz="4400" dirty="0"/>
          </a:p>
        </p:txBody>
      </p:sp>
      <p:sp>
        <p:nvSpPr>
          <p:cNvPr id="536" name="Google Shape;536;p48">
            <a:extLst>
              <a:ext uri="{FF2B5EF4-FFF2-40B4-BE49-F238E27FC236}">
                <a16:creationId xmlns:a16="http://schemas.microsoft.com/office/drawing/2014/main" id="{D1F55EC8-E0D7-5139-CDBE-30A1F8D462D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52725" y="1574275"/>
            <a:ext cx="7128000" cy="3029725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Frontend:</a:t>
            </a:r>
            <a:r>
              <a:rPr lang="en-US" sz="1600" dirty="0"/>
              <a:t> </a:t>
            </a:r>
            <a:r>
              <a:rPr lang="en-US" sz="1600" dirty="0" err="1"/>
              <a:t>Vue.js</a:t>
            </a:r>
            <a:r>
              <a:rPr lang="en-US" sz="1600" dirty="0"/>
              <a:t>, TypeScript, Vite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Backend:</a:t>
            </a:r>
            <a:r>
              <a:rPr lang="en-US" sz="1600" dirty="0"/>
              <a:t> Node.js, Express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Baza </a:t>
            </a:r>
            <a:r>
              <a:rPr lang="en-US" sz="1600" b="1" dirty="0" err="1"/>
              <a:t>podataka</a:t>
            </a:r>
            <a:r>
              <a:rPr lang="en-US" sz="1600" b="1" dirty="0"/>
              <a:t>:</a:t>
            </a:r>
            <a:r>
              <a:rPr lang="en-US" sz="1600" dirty="0"/>
              <a:t> PostgreSQL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/>
              <a:t>Autentikacija</a:t>
            </a:r>
            <a:r>
              <a:rPr lang="en-US" sz="1600" b="1" dirty="0"/>
              <a:t>:</a:t>
            </a:r>
            <a:r>
              <a:rPr lang="en-US" sz="1600" dirty="0"/>
              <a:t> OAuth 2.0 (Google, GitHub), JWT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API </a:t>
            </a:r>
            <a:r>
              <a:rPr lang="en-US" sz="1600" b="1" dirty="0" err="1"/>
              <a:t>komunikacija</a:t>
            </a:r>
            <a:r>
              <a:rPr lang="en-US" sz="1600" b="1" dirty="0"/>
              <a:t>:</a:t>
            </a:r>
            <a:r>
              <a:rPr lang="en-US" sz="1600" dirty="0"/>
              <a:t> REST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/>
              <a:t>Kontrola</a:t>
            </a:r>
            <a:r>
              <a:rPr lang="en-US" sz="1600" b="1" dirty="0"/>
              <a:t> </a:t>
            </a:r>
            <a:r>
              <a:rPr lang="en-US" sz="1600" b="1" dirty="0" err="1"/>
              <a:t>verzija</a:t>
            </a:r>
            <a:r>
              <a:rPr lang="en-US" sz="1600" b="1" dirty="0"/>
              <a:t>:</a:t>
            </a:r>
            <a:r>
              <a:rPr lang="en-US" sz="1600" dirty="0"/>
              <a:t> Git, GitHub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/>
              <a:t>Razvojno</a:t>
            </a:r>
            <a:r>
              <a:rPr lang="en-US" sz="1600" b="1" dirty="0"/>
              <a:t> </a:t>
            </a:r>
            <a:r>
              <a:rPr lang="en-US" sz="1600" b="1" dirty="0" err="1"/>
              <a:t>okruženje</a:t>
            </a:r>
            <a:r>
              <a:rPr lang="en-US" sz="1600" b="1" dirty="0"/>
              <a:t>:</a:t>
            </a:r>
            <a:r>
              <a:rPr lang="en-US" sz="1600" dirty="0"/>
              <a:t> Visual Studio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/>
              <a:t>Suradnja</a:t>
            </a:r>
            <a:r>
              <a:rPr lang="en-US" sz="1600" b="1" dirty="0"/>
              <a:t> </a:t>
            </a:r>
            <a:r>
              <a:rPr lang="en-US" sz="1600" b="1" dirty="0" err="1"/>
              <a:t>i</a:t>
            </a:r>
            <a:r>
              <a:rPr lang="en-US" sz="1600" b="1" dirty="0"/>
              <a:t> </a:t>
            </a:r>
            <a:r>
              <a:rPr lang="en-US" sz="1600" b="1" dirty="0" err="1"/>
              <a:t>organizacija</a:t>
            </a:r>
            <a:r>
              <a:rPr lang="en-US" sz="1600" b="1" dirty="0"/>
              <a:t>:</a:t>
            </a:r>
            <a:r>
              <a:rPr lang="en-US" sz="1600" dirty="0"/>
              <a:t> GitHub Issues / Discord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Dokumentacija: </a:t>
            </a:r>
            <a:r>
              <a:rPr lang="en-US" sz="1600" dirty="0"/>
              <a:t>README, Wiki (GitHub)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/>
              <a:t>Smještaj</a:t>
            </a:r>
            <a:r>
              <a:rPr lang="en-US" sz="1600" b="1" dirty="0"/>
              <a:t> </a:t>
            </a:r>
            <a:r>
              <a:rPr lang="en-US" sz="1600" b="1" dirty="0" err="1"/>
              <a:t>aplikacije</a:t>
            </a:r>
            <a:r>
              <a:rPr lang="en-US" sz="1600" b="1" dirty="0"/>
              <a:t>: </a:t>
            </a:r>
            <a:r>
              <a:rPr lang="en-US" sz="1600" dirty="0" err="1"/>
              <a:t>DigitalOcean</a:t>
            </a:r>
            <a:r>
              <a:rPr lang="en-US" sz="1600" dirty="0"/>
              <a:t> VPS</a:t>
            </a:r>
            <a:endParaRPr sz="1600" dirty="0">
              <a:solidFill>
                <a:srgbClr val="FF0000"/>
              </a:solidFill>
            </a:endParaRPr>
          </a:p>
          <a:p>
            <a:pPr marL="285750" lvl="0" indent="-285750" algn="l" rtl="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313172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>
          <a:extLst>
            <a:ext uri="{FF2B5EF4-FFF2-40B4-BE49-F238E27FC236}">
              <a16:creationId xmlns:a16="http://schemas.microsoft.com/office/drawing/2014/main" id="{F98D6369-4430-4ACA-2E67-EE762D5A3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6">
            <a:extLst>
              <a:ext uri="{FF2B5EF4-FFF2-40B4-BE49-F238E27FC236}">
                <a16:creationId xmlns:a16="http://schemas.microsoft.com/office/drawing/2014/main" id="{0D14777E-D698-FC55-E8DB-2B51A60626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7900" y="1842725"/>
            <a:ext cx="1744500" cy="13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sp>
        <p:nvSpPr>
          <p:cNvPr id="615" name="Google Shape;615;p56">
            <a:extLst>
              <a:ext uri="{FF2B5EF4-FFF2-40B4-BE49-F238E27FC236}">
                <a16:creationId xmlns:a16="http://schemas.microsoft.com/office/drawing/2014/main" id="{A1BCC291-AB2A-4E4F-AB32-2298D174BF3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48600" y="1263575"/>
            <a:ext cx="5565200" cy="25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/>
            <a:r>
              <a:rPr lang="en-US" sz="6000" dirty="0"/>
              <a:t>Analiza </a:t>
            </a:r>
            <a:r>
              <a:rPr lang="en-US" sz="6000" dirty="0" err="1"/>
              <a:t>i</a:t>
            </a:r>
            <a:r>
              <a:rPr lang="en-US" sz="6000" dirty="0"/>
              <a:t> </a:t>
            </a:r>
            <a:r>
              <a:rPr lang="en-US" sz="6000" dirty="0" err="1"/>
              <a:t>oblikovanje</a:t>
            </a:r>
            <a:r>
              <a:rPr lang="en-US" sz="6000" dirty="0"/>
              <a:t> </a:t>
            </a:r>
            <a:r>
              <a:rPr lang="en-US" sz="6000" dirty="0" err="1"/>
              <a:t>sustava</a:t>
            </a:r>
            <a:r>
              <a:rPr lang="en-US" sz="6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8594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>
          <a:extLst>
            <a:ext uri="{FF2B5EF4-FFF2-40B4-BE49-F238E27FC236}">
              <a16:creationId xmlns:a16="http://schemas.microsoft.com/office/drawing/2014/main" id="{E9618F1A-0B6C-FF95-6F83-E1BF82BED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1">
            <a:extLst>
              <a:ext uri="{FF2B5EF4-FFF2-40B4-BE49-F238E27FC236}">
                <a16:creationId xmlns:a16="http://schemas.microsoft.com/office/drawing/2014/main" id="{4396B719-1043-0090-1EA4-1E84D605B4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851" y="463926"/>
            <a:ext cx="6534852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 err="1"/>
              <a:t>Glavni</a:t>
            </a:r>
            <a:r>
              <a:rPr lang="en" sz="4400" dirty="0"/>
              <a:t> </a:t>
            </a:r>
            <a:r>
              <a:rPr lang="en" sz="4400" dirty="0" err="1"/>
              <a:t>funkcionalni</a:t>
            </a:r>
            <a:r>
              <a:rPr lang="en" sz="4400" dirty="0"/>
              <a:t> </a:t>
            </a:r>
            <a:r>
              <a:rPr lang="en" sz="4400" dirty="0" err="1"/>
              <a:t>zahtjevi</a:t>
            </a:r>
            <a:endParaRPr sz="4400" dirty="0"/>
          </a:p>
        </p:txBody>
      </p:sp>
      <p:sp>
        <p:nvSpPr>
          <p:cNvPr id="582" name="Google Shape;582;p51">
            <a:extLst>
              <a:ext uri="{FF2B5EF4-FFF2-40B4-BE49-F238E27FC236}">
                <a16:creationId xmlns:a16="http://schemas.microsoft.com/office/drawing/2014/main" id="{1A4CD0C5-4235-732B-4973-2D6DF74B18C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39024" y="1290933"/>
            <a:ext cx="7729937" cy="3676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Autentikacija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registracija</a:t>
            </a:r>
            <a:r>
              <a:rPr lang="en-US" b="1" dirty="0"/>
              <a:t> </a:t>
            </a:r>
            <a:r>
              <a:rPr lang="en-US" b="1" dirty="0" err="1"/>
              <a:t>korisnika</a:t>
            </a:r>
            <a:br>
              <a:rPr lang="en-US" dirty="0"/>
            </a:br>
            <a:r>
              <a:rPr lang="en-US" dirty="0"/>
              <a:t>	</a:t>
            </a:r>
            <a:r>
              <a:rPr lang="en-US" sz="1200" dirty="0" err="1"/>
              <a:t>Registracija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prijava</a:t>
            </a:r>
            <a:r>
              <a:rPr lang="en-US" sz="1200" dirty="0"/>
              <a:t> </a:t>
            </a:r>
            <a:r>
              <a:rPr lang="en-US" sz="1200" dirty="0" err="1"/>
              <a:t>putem</a:t>
            </a:r>
            <a:r>
              <a:rPr lang="en-US" sz="1200" dirty="0"/>
              <a:t> e-</a:t>
            </a:r>
            <a:r>
              <a:rPr lang="en-US" sz="1200" dirty="0" err="1"/>
              <a:t>maila</a:t>
            </a:r>
            <a:r>
              <a:rPr lang="en-US" sz="1200" dirty="0"/>
              <a:t>/</a:t>
            </a:r>
            <a:r>
              <a:rPr lang="en-US" sz="1200" dirty="0" err="1"/>
              <a:t>lozinke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OAuth 2.0, </a:t>
            </a:r>
            <a:r>
              <a:rPr lang="en-US" sz="1200" dirty="0" err="1"/>
              <a:t>uz</a:t>
            </a:r>
            <a:r>
              <a:rPr lang="en-US" sz="1200" dirty="0"/>
              <a:t> </a:t>
            </a:r>
            <a:r>
              <a:rPr lang="en-US" sz="1200" dirty="0" err="1"/>
              <a:t>opcionalni</a:t>
            </a:r>
            <a:r>
              <a:rPr lang="en-US" sz="1200" dirty="0"/>
              <a:t> 2FA.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Korisničke</a:t>
            </a:r>
            <a:r>
              <a:rPr lang="en-US" b="1" dirty="0"/>
              <a:t> </a:t>
            </a:r>
            <a:r>
              <a:rPr lang="en-US" b="1" dirty="0" err="1"/>
              <a:t>uloge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profili</a:t>
            </a:r>
            <a:br>
              <a:rPr lang="en-US" dirty="0"/>
            </a:br>
            <a:r>
              <a:rPr lang="en-US" dirty="0"/>
              <a:t>	</a:t>
            </a:r>
            <a:r>
              <a:rPr lang="en-US" sz="1200" dirty="0" err="1"/>
              <a:t>Podrška</a:t>
            </a:r>
            <a:r>
              <a:rPr lang="en-US" sz="1200" dirty="0"/>
              <a:t> za </a:t>
            </a:r>
            <a:r>
              <a:rPr lang="en-US" sz="1200" dirty="0" err="1"/>
              <a:t>uloge</a:t>
            </a:r>
            <a:r>
              <a:rPr lang="en-US" sz="1200" dirty="0"/>
              <a:t> </a:t>
            </a:r>
            <a:r>
              <a:rPr lang="en-US" sz="1200" dirty="0" err="1"/>
              <a:t>polaznika</a:t>
            </a:r>
            <a:r>
              <a:rPr lang="en-US" sz="1200" dirty="0"/>
              <a:t>, </a:t>
            </a:r>
            <a:r>
              <a:rPr lang="en-US" sz="1200" dirty="0" err="1"/>
              <a:t>instruktora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administratora</a:t>
            </a:r>
            <a:r>
              <a:rPr lang="en-US" sz="1200" dirty="0"/>
              <a:t> </a:t>
            </a:r>
            <a:r>
              <a:rPr lang="en-US" sz="1200" dirty="0" err="1"/>
              <a:t>te</a:t>
            </a:r>
            <a:r>
              <a:rPr lang="en-US" sz="1200" dirty="0"/>
              <a:t> </a:t>
            </a:r>
            <a:r>
              <a:rPr lang="en-US" sz="1200" dirty="0" err="1"/>
              <a:t>verifikacija</a:t>
            </a:r>
            <a:r>
              <a:rPr lang="en-US" sz="1200" dirty="0"/>
              <a:t> </a:t>
            </a:r>
            <a:r>
              <a:rPr lang="en-US" sz="1200" dirty="0" err="1"/>
              <a:t>instruktora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Upravljanje</a:t>
            </a:r>
            <a:r>
              <a:rPr lang="en-US" b="1" dirty="0"/>
              <a:t> </a:t>
            </a:r>
            <a:r>
              <a:rPr lang="en-US" b="1" dirty="0" err="1"/>
              <a:t>sadržajem</a:t>
            </a:r>
            <a:r>
              <a:rPr lang="en-US" b="1" dirty="0"/>
              <a:t> (CMS)</a:t>
            </a:r>
            <a:br>
              <a:rPr lang="en-US" dirty="0"/>
            </a:br>
            <a:r>
              <a:rPr lang="en-US" dirty="0"/>
              <a:t>	</a:t>
            </a:r>
            <a:r>
              <a:rPr lang="en-US" sz="1200" dirty="0" err="1"/>
              <a:t>Kreiranje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uređivanje</a:t>
            </a:r>
            <a:r>
              <a:rPr lang="en-US" sz="1200" dirty="0"/>
              <a:t> </a:t>
            </a:r>
            <a:r>
              <a:rPr lang="en-US" sz="1200" dirty="0" err="1"/>
              <a:t>tečajeva</a:t>
            </a:r>
            <a:r>
              <a:rPr lang="en-US" sz="1200" dirty="0"/>
              <a:t>, </a:t>
            </a:r>
            <a:r>
              <a:rPr lang="en-US" sz="1200" dirty="0" err="1"/>
              <a:t>modula</a:t>
            </a:r>
            <a:r>
              <a:rPr lang="en-US" sz="1200" dirty="0"/>
              <a:t>, </a:t>
            </a:r>
            <a:r>
              <a:rPr lang="en-US" sz="1200" dirty="0" err="1"/>
              <a:t>lekcija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recepata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Pretraga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filtriranje</a:t>
            </a:r>
            <a:r>
              <a:rPr lang="en-US" b="1" dirty="0"/>
              <a:t> </a:t>
            </a:r>
            <a:r>
              <a:rPr lang="en-US" b="1" dirty="0" err="1"/>
              <a:t>sadržaja</a:t>
            </a:r>
            <a:br>
              <a:rPr lang="en-US" dirty="0"/>
            </a:br>
            <a:r>
              <a:rPr lang="en-US" dirty="0"/>
              <a:t>	</a:t>
            </a:r>
            <a:r>
              <a:rPr lang="en-US" sz="1200" dirty="0" err="1"/>
              <a:t>Filtriranje</a:t>
            </a:r>
            <a:r>
              <a:rPr lang="en-US" sz="1200" dirty="0"/>
              <a:t> </a:t>
            </a:r>
            <a:r>
              <a:rPr lang="en-US" sz="1200" dirty="0" err="1"/>
              <a:t>prema</a:t>
            </a:r>
            <a:r>
              <a:rPr lang="en-US" sz="1200" dirty="0"/>
              <a:t> </a:t>
            </a:r>
            <a:r>
              <a:rPr lang="en-US" sz="1200" dirty="0" err="1"/>
              <a:t>sastojcima</a:t>
            </a:r>
            <a:r>
              <a:rPr lang="en-US" sz="1200" dirty="0"/>
              <a:t>, </a:t>
            </a:r>
            <a:r>
              <a:rPr lang="en-US" sz="1200" dirty="0" err="1"/>
              <a:t>alergenima</a:t>
            </a:r>
            <a:r>
              <a:rPr lang="en-US" sz="1200" dirty="0"/>
              <a:t>, </a:t>
            </a:r>
            <a:r>
              <a:rPr lang="en-US" sz="1200" dirty="0" err="1"/>
              <a:t>kuhinji</a:t>
            </a:r>
            <a:r>
              <a:rPr lang="en-US" sz="1200" dirty="0"/>
              <a:t>, </a:t>
            </a:r>
            <a:r>
              <a:rPr lang="en-US" sz="1200" dirty="0" err="1"/>
              <a:t>težini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prehrambenim</a:t>
            </a:r>
            <a:r>
              <a:rPr lang="en-US" sz="1200" dirty="0"/>
              <a:t> </a:t>
            </a:r>
            <a:r>
              <a:rPr lang="en-US" sz="1200" dirty="0" err="1"/>
              <a:t>planovima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Live </a:t>
            </a:r>
            <a:r>
              <a:rPr lang="en-US" b="1" dirty="0" err="1"/>
              <a:t>radionice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rezervacije</a:t>
            </a:r>
            <a:br>
              <a:rPr lang="en-US" dirty="0"/>
            </a:br>
            <a:r>
              <a:rPr lang="en-US" dirty="0"/>
              <a:t>	</a:t>
            </a:r>
            <a:r>
              <a:rPr lang="en-US" sz="1200" dirty="0" err="1"/>
              <a:t>Rezervacija</a:t>
            </a:r>
            <a:r>
              <a:rPr lang="en-US" sz="1200" dirty="0"/>
              <a:t> termina, </a:t>
            </a:r>
            <a:r>
              <a:rPr lang="en-US" sz="1200" dirty="0" err="1"/>
              <a:t>sudjelovanje</a:t>
            </a:r>
            <a:r>
              <a:rPr lang="en-US" sz="1200" dirty="0"/>
              <a:t> u live </a:t>
            </a:r>
            <a:r>
              <a:rPr lang="en-US" sz="1200" dirty="0" err="1"/>
              <a:t>radionicama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integracija</a:t>
            </a:r>
            <a:r>
              <a:rPr lang="en-US" sz="1200" dirty="0"/>
              <a:t> s </a:t>
            </a:r>
            <a:r>
              <a:rPr lang="en-US" sz="1200" dirty="0" err="1"/>
              <a:t>kalendarom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Praćenje</a:t>
            </a:r>
            <a:r>
              <a:rPr lang="en-US" b="1" dirty="0"/>
              <a:t> </a:t>
            </a:r>
            <a:r>
              <a:rPr lang="en-US" b="1" dirty="0" err="1"/>
              <a:t>napretka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certifikati</a:t>
            </a:r>
            <a:br>
              <a:rPr lang="en-US" dirty="0"/>
            </a:br>
            <a:r>
              <a:rPr lang="en-US" dirty="0"/>
              <a:t>	</a:t>
            </a:r>
            <a:r>
              <a:rPr lang="en-US" sz="1200" dirty="0" err="1"/>
              <a:t>Praćenje</a:t>
            </a:r>
            <a:r>
              <a:rPr lang="en-US" sz="1200" dirty="0"/>
              <a:t> </a:t>
            </a:r>
            <a:r>
              <a:rPr lang="en-US" sz="1200" dirty="0" err="1"/>
              <a:t>napretka</a:t>
            </a:r>
            <a:r>
              <a:rPr lang="en-US" sz="1200" dirty="0"/>
              <a:t> </a:t>
            </a:r>
            <a:r>
              <a:rPr lang="en-US" sz="1200" dirty="0" err="1"/>
              <a:t>korisnika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izdavanje</a:t>
            </a:r>
            <a:r>
              <a:rPr lang="en-US" sz="1200" dirty="0"/>
              <a:t> </a:t>
            </a:r>
            <a:r>
              <a:rPr lang="en-US" sz="1200" dirty="0" err="1"/>
              <a:t>digitalnih</a:t>
            </a:r>
            <a:r>
              <a:rPr lang="en-US" sz="1200" dirty="0"/>
              <a:t> </a:t>
            </a:r>
            <a:r>
              <a:rPr lang="en-US" sz="1200" dirty="0" err="1"/>
              <a:t>certifikata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Ocjene</a:t>
            </a:r>
            <a:r>
              <a:rPr lang="en-US" b="1" dirty="0"/>
              <a:t>, </a:t>
            </a:r>
            <a:r>
              <a:rPr lang="en-US" b="1" dirty="0" err="1"/>
              <a:t>obavijesti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administracija</a:t>
            </a:r>
            <a:br>
              <a:rPr lang="en-US" dirty="0"/>
            </a:br>
            <a:r>
              <a:rPr lang="en-US" dirty="0"/>
              <a:t>	</a:t>
            </a:r>
            <a:r>
              <a:rPr lang="en-US" sz="1200" dirty="0" err="1"/>
              <a:t>Ocjenjivanje</a:t>
            </a:r>
            <a:r>
              <a:rPr lang="en-US" sz="1200" dirty="0"/>
              <a:t> </a:t>
            </a:r>
            <a:r>
              <a:rPr lang="en-US" sz="1200" dirty="0" err="1"/>
              <a:t>sadržaja</a:t>
            </a:r>
            <a:r>
              <a:rPr lang="en-US" sz="1200" dirty="0"/>
              <a:t>, </a:t>
            </a:r>
            <a:r>
              <a:rPr lang="en-US" sz="1200" dirty="0" err="1"/>
              <a:t>slanje</a:t>
            </a:r>
            <a:r>
              <a:rPr lang="en-US" sz="1200" dirty="0"/>
              <a:t> </a:t>
            </a:r>
            <a:r>
              <a:rPr lang="en-US" sz="1200" dirty="0" err="1"/>
              <a:t>obavijesti</a:t>
            </a:r>
            <a:r>
              <a:rPr lang="en-US" sz="1200" dirty="0"/>
              <a:t> </a:t>
            </a:r>
            <a:r>
              <a:rPr lang="en-US" sz="1200" dirty="0" err="1"/>
              <a:t>te</a:t>
            </a:r>
            <a:r>
              <a:rPr lang="en-US" sz="1200" dirty="0"/>
              <a:t> </a:t>
            </a:r>
            <a:r>
              <a:rPr lang="en-US" sz="1200" dirty="0" err="1"/>
              <a:t>administrativno</a:t>
            </a:r>
            <a:r>
              <a:rPr lang="en-US" sz="1200" dirty="0"/>
              <a:t> </a:t>
            </a:r>
            <a:r>
              <a:rPr lang="en-US" sz="1200" dirty="0" err="1"/>
              <a:t>upravljanje</a:t>
            </a:r>
            <a:r>
              <a:rPr lang="en-US" sz="1200" dirty="0"/>
              <a:t> </a:t>
            </a:r>
            <a:r>
              <a:rPr lang="en-US" sz="1200" dirty="0" err="1"/>
              <a:t>sustavom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745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5165CF16-8DD0-5543-56DB-D81BAB7F7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8">
            <a:extLst>
              <a:ext uri="{FF2B5EF4-FFF2-40B4-BE49-F238E27FC236}">
                <a16:creationId xmlns:a16="http://schemas.microsoft.com/office/drawing/2014/main" id="{0CECD762-8F50-FE01-A6C1-EA8E1ED12F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9092" y="329435"/>
            <a:ext cx="7725815" cy="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/>
            <a:r>
              <a:rPr lang="en" sz="4400" dirty="0" err="1"/>
              <a:t>Nefunkcionalni</a:t>
            </a:r>
            <a:r>
              <a:rPr lang="en" sz="4400" dirty="0"/>
              <a:t> </a:t>
            </a:r>
            <a:r>
              <a:rPr lang="en" sz="4400" dirty="0" err="1"/>
              <a:t>i</a:t>
            </a:r>
            <a:r>
              <a:rPr lang="en" sz="4400" dirty="0"/>
              <a:t> </a:t>
            </a:r>
            <a:r>
              <a:rPr lang="en" sz="4400" dirty="0" err="1"/>
              <a:t>zahtjevi</a:t>
            </a:r>
            <a:r>
              <a:rPr lang="en" sz="4400" dirty="0"/>
              <a:t> </a:t>
            </a:r>
            <a:r>
              <a:rPr lang="en" sz="4400" dirty="0" err="1"/>
              <a:t>domene</a:t>
            </a:r>
            <a:r>
              <a:rPr lang="en" sz="4400" dirty="0"/>
              <a:t> </a:t>
            </a:r>
            <a:r>
              <a:rPr lang="en" sz="4400" dirty="0" err="1"/>
              <a:t>primjene</a:t>
            </a:r>
            <a:endParaRPr lang="en-US" sz="4400" dirty="0"/>
          </a:p>
        </p:txBody>
      </p:sp>
      <p:sp>
        <p:nvSpPr>
          <p:cNvPr id="536" name="Google Shape;536;p48">
            <a:extLst>
              <a:ext uri="{FF2B5EF4-FFF2-40B4-BE49-F238E27FC236}">
                <a16:creationId xmlns:a16="http://schemas.microsoft.com/office/drawing/2014/main" id="{F3BC38DC-79F7-B37E-F3B1-AB2A23A8D3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9049" y="1895551"/>
            <a:ext cx="8414951" cy="3017368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/>
              <a:t>Održivost</a:t>
            </a:r>
            <a:r>
              <a:rPr lang="en-US" sz="1400" b="1" dirty="0"/>
              <a:t> </a:t>
            </a:r>
            <a:r>
              <a:rPr lang="en-US" sz="1400" b="1" dirty="0" err="1"/>
              <a:t>i</a:t>
            </a:r>
            <a:r>
              <a:rPr lang="en-US" sz="1400" b="1" dirty="0"/>
              <a:t> </a:t>
            </a:r>
            <a:r>
              <a:rPr lang="en-US" sz="1400" b="1" dirty="0" err="1"/>
              <a:t>modularnost</a:t>
            </a:r>
            <a:r>
              <a:rPr lang="en-US" sz="1400" b="1" dirty="0"/>
              <a:t> </a:t>
            </a:r>
            <a:r>
              <a:rPr lang="en-US" sz="1400" b="1" dirty="0" err="1"/>
              <a:t>sustava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en-US" sz="1400" dirty="0" err="1"/>
              <a:t>Modularna</a:t>
            </a:r>
            <a:r>
              <a:rPr lang="en-US" sz="1400" dirty="0"/>
              <a:t> </a:t>
            </a:r>
            <a:r>
              <a:rPr lang="en-US" sz="1400" dirty="0" err="1"/>
              <a:t>arhitektura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dokumentacija</a:t>
            </a:r>
            <a:r>
              <a:rPr lang="en-US" sz="1400" dirty="0"/>
              <a:t> za </a:t>
            </a:r>
            <a:r>
              <a:rPr lang="en-US" sz="1400" dirty="0" err="1"/>
              <a:t>lakše</a:t>
            </a:r>
            <a:r>
              <a:rPr lang="en-US" sz="1400" dirty="0"/>
              <a:t> </a:t>
            </a:r>
            <a:r>
              <a:rPr lang="en-US" sz="1400" dirty="0" err="1"/>
              <a:t>održavanje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/>
              <a:t>Skalabilnost</a:t>
            </a:r>
            <a:r>
              <a:rPr lang="en-US" sz="1400" b="1" dirty="0"/>
              <a:t> </a:t>
            </a:r>
            <a:r>
              <a:rPr lang="en-US" sz="1400" b="1" dirty="0" err="1"/>
              <a:t>i</a:t>
            </a:r>
            <a:r>
              <a:rPr lang="en-US" sz="1400" b="1" dirty="0"/>
              <a:t> </a:t>
            </a:r>
            <a:r>
              <a:rPr lang="en-US" sz="1400" b="1" dirty="0" err="1"/>
              <a:t>performanse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en-US" sz="1400" dirty="0" err="1"/>
              <a:t>Podrška</a:t>
            </a:r>
            <a:r>
              <a:rPr lang="en-US" sz="1400" dirty="0"/>
              <a:t> </a:t>
            </a:r>
            <a:r>
              <a:rPr lang="en-US" sz="1400" dirty="0" err="1"/>
              <a:t>većem</a:t>
            </a:r>
            <a:r>
              <a:rPr lang="en-US" sz="1400" dirty="0"/>
              <a:t> </a:t>
            </a:r>
            <a:r>
              <a:rPr lang="en-US" sz="1400" dirty="0" err="1"/>
              <a:t>broju</a:t>
            </a:r>
            <a:r>
              <a:rPr lang="en-US" sz="1400" dirty="0"/>
              <a:t> </a:t>
            </a:r>
            <a:r>
              <a:rPr lang="en-US" sz="1400" dirty="0" err="1"/>
              <a:t>korisnika</a:t>
            </a:r>
            <a:r>
              <a:rPr lang="en-US" sz="1400" dirty="0"/>
              <a:t> </a:t>
            </a:r>
            <a:r>
              <a:rPr lang="en-US" sz="1400" dirty="0" err="1"/>
              <a:t>uz</a:t>
            </a:r>
            <a:r>
              <a:rPr lang="en-US" sz="1400" dirty="0"/>
              <a:t> </a:t>
            </a:r>
            <a:r>
              <a:rPr lang="en-US" sz="1400" dirty="0" err="1"/>
              <a:t>optimiziran</a:t>
            </a:r>
            <a:r>
              <a:rPr lang="en-US" sz="1400" dirty="0"/>
              <a:t> rad </a:t>
            </a:r>
            <a:r>
              <a:rPr lang="en-US" sz="1400" dirty="0" err="1"/>
              <a:t>sustava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/>
              <a:t>Sigurnost</a:t>
            </a:r>
            <a:r>
              <a:rPr lang="en-US" sz="1400" b="1" dirty="0"/>
              <a:t> </a:t>
            </a:r>
            <a:r>
              <a:rPr lang="en-US" sz="1400" b="1" dirty="0" err="1"/>
              <a:t>i</a:t>
            </a:r>
            <a:r>
              <a:rPr lang="en-US" sz="1400" b="1" dirty="0"/>
              <a:t> </a:t>
            </a:r>
            <a:r>
              <a:rPr lang="en-US" sz="1400" b="1" dirty="0" err="1"/>
              <a:t>privatnost</a:t>
            </a:r>
            <a:r>
              <a:rPr lang="en-US" sz="1400" b="1" dirty="0"/>
              <a:t> </a:t>
            </a:r>
            <a:r>
              <a:rPr lang="en-US" sz="1400" b="1" dirty="0" err="1"/>
              <a:t>podataka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en-US" sz="1400" dirty="0" err="1"/>
              <a:t>Enkripcija</a:t>
            </a:r>
            <a:r>
              <a:rPr lang="en-US" sz="1400" dirty="0"/>
              <a:t>, </a:t>
            </a:r>
            <a:r>
              <a:rPr lang="en-US" sz="1400" dirty="0" err="1"/>
              <a:t>sigurna</a:t>
            </a:r>
            <a:r>
              <a:rPr lang="en-US" sz="1400" dirty="0"/>
              <a:t> </a:t>
            </a:r>
            <a:r>
              <a:rPr lang="en-US" sz="1400" dirty="0" err="1"/>
              <a:t>pohrana</a:t>
            </a:r>
            <a:r>
              <a:rPr lang="en-US" sz="1400" dirty="0"/>
              <a:t> </a:t>
            </a:r>
            <a:r>
              <a:rPr lang="en-US" sz="1400" dirty="0" err="1"/>
              <a:t>podataka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GDPR </a:t>
            </a:r>
            <a:r>
              <a:rPr lang="en-US" sz="1400" dirty="0" err="1"/>
              <a:t>usklađenost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Dostupnost </a:t>
            </a:r>
            <a:r>
              <a:rPr lang="en-US" sz="1400" b="1" dirty="0" err="1"/>
              <a:t>i</a:t>
            </a:r>
            <a:r>
              <a:rPr lang="en-US" sz="1400" b="1" dirty="0"/>
              <a:t> </a:t>
            </a:r>
            <a:r>
              <a:rPr lang="en-US" sz="1400" b="1" dirty="0" err="1"/>
              <a:t>pouzdanost</a:t>
            </a:r>
            <a:r>
              <a:rPr lang="en-US" sz="1400" b="1" dirty="0"/>
              <a:t> </a:t>
            </a:r>
            <a:r>
              <a:rPr lang="en-US" sz="1400" b="1" dirty="0" err="1"/>
              <a:t>sustava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en-US" sz="1400" dirty="0" err="1"/>
              <a:t>Stabilan</a:t>
            </a:r>
            <a:r>
              <a:rPr lang="en-US" sz="1400" dirty="0"/>
              <a:t> rad </a:t>
            </a:r>
            <a:r>
              <a:rPr lang="en-US" sz="1400" dirty="0" err="1"/>
              <a:t>aplikacije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pouzdana</a:t>
            </a:r>
            <a:r>
              <a:rPr lang="en-US" sz="1400" dirty="0"/>
              <a:t> </a:t>
            </a:r>
            <a:r>
              <a:rPr lang="en-US" sz="1400" dirty="0" err="1"/>
              <a:t>baza</a:t>
            </a:r>
            <a:r>
              <a:rPr lang="en-US" sz="1400" dirty="0"/>
              <a:t> </a:t>
            </a:r>
            <a:r>
              <a:rPr lang="en-US" sz="1400" dirty="0" err="1"/>
              <a:t>podataka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/>
              <a:t>Pristupačnost</a:t>
            </a:r>
            <a:r>
              <a:rPr lang="en-US" sz="1400" b="1" dirty="0"/>
              <a:t> </a:t>
            </a:r>
            <a:r>
              <a:rPr lang="en-US" sz="1400" b="1" dirty="0" err="1"/>
              <a:t>i</a:t>
            </a:r>
            <a:r>
              <a:rPr lang="en-US" sz="1400" b="1" dirty="0"/>
              <a:t> </a:t>
            </a:r>
            <a:r>
              <a:rPr lang="en-US" sz="1400" b="1" dirty="0" err="1"/>
              <a:t>responzivnost</a:t>
            </a:r>
            <a:r>
              <a:rPr lang="en-US" sz="1400" b="1" dirty="0"/>
              <a:t> </a:t>
            </a:r>
            <a:r>
              <a:rPr lang="en-US" sz="1400" b="1" dirty="0" err="1"/>
              <a:t>sučelja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en-US" sz="1400" dirty="0" err="1"/>
              <a:t>Prilagodba</a:t>
            </a:r>
            <a:r>
              <a:rPr lang="en-US" sz="1400" dirty="0"/>
              <a:t> </a:t>
            </a:r>
            <a:r>
              <a:rPr lang="en-US" sz="1400" dirty="0" err="1"/>
              <a:t>mobilnim</a:t>
            </a:r>
            <a:r>
              <a:rPr lang="en-US" sz="1400" dirty="0"/>
              <a:t> </a:t>
            </a:r>
            <a:r>
              <a:rPr lang="en-US" sz="1400" dirty="0" err="1"/>
              <a:t>uređajima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osnovnim</a:t>
            </a:r>
            <a:r>
              <a:rPr lang="en-US" sz="1400" dirty="0"/>
              <a:t> WCAG </a:t>
            </a:r>
            <a:r>
              <a:rPr lang="en-US" sz="1400" dirty="0" err="1"/>
              <a:t>smjernicama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8548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>
          <a:extLst>
            <a:ext uri="{FF2B5EF4-FFF2-40B4-BE49-F238E27FC236}">
              <a16:creationId xmlns:a16="http://schemas.microsoft.com/office/drawing/2014/main" id="{CE036738-D2DF-E411-6969-73429C22A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1">
            <a:extLst>
              <a:ext uri="{FF2B5EF4-FFF2-40B4-BE49-F238E27FC236}">
                <a16:creationId xmlns:a16="http://schemas.microsoft.com/office/drawing/2014/main" id="{3E806D72-4FBE-1337-BB41-D7EB35217C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7359" y="459618"/>
            <a:ext cx="6716276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UML </a:t>
            </a:r>
            <a:r>
              <a:rPr lang="en-US" dirty="0" err="1"/>
              <a:t>dijagram</a:t>
            </a:r>
            <a:r>
              <a:rPr lang="en-US" dirty="0"/>
              <a:t> </a:t>
            </a:r>
            <a:r>
              <a:rPr lang="en-US" dirty="0" err="1"/>
              <a:t>obrazaca</a:t>
            </a:r>
            <a:r>
              <a:rPr lang="en-US" dirty="0"/>
              <a:t> </a:t>
            </a:r>
            <a:r>
              <a:rPr lang="en-US" dirty="0" err="1"/>
              <a:t>uporabe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A1978-30D5-366F-FF8A-2FF8F447D0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H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2A01F2-F7F2-EE2B-7A32-7352CA8F2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58" y="1220266"/>
            <a:ext cx="5535828" cy="364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52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FDAE761-9C4F-C540-6528-DDD8CEDA9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8">
            <a:extLst>
              <a:ext uri="{FF2B5EF4-FFF2-40B4-BE49-F238E27FC236}">
                <a16:creationId xmlns:a16="http://schemas.microsoft.com/office/drawing/2014/main" id="{CF274F52-46A7-E6BE-A6D8-E4DD1EED2E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2725" y="539500"/>
            <a:ext cx="6631800" cy="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/>
            <a:r>
              <a:rPr lang="en" sz="4400" dirty="0" err="1"/>
              <a:t>Arhitektura</a:t>
            </a:r>
            <a:r>
              <a:rPr lang="en" sz="4400" dirty="0"/>
              <a:t> </a:t>
            </a:r>
            <a:r>
              <a:rPr lang="en" sz="4400" dirty="0" err="1"/>
              <a:t>sustava</a:t>
            </a:r>
            <a:endParaRPr lang="en-US" sz="4400" dirty="0"/>
          </a:p>
        </p:txBody>
      </p:sp>
      <p:sp>
        <p:nvSpPr>
          <p:cNvPr id="536" name="Google Shape;536;p48">
            <a:extLst>
              <a:ext uri="{FF2B5EF4-FFF2-40B4-BE49-F238E27FC236}">
                <a16:creationId xmlns:a16="http://schemas.microsoft.com/office/drawing/2014/main" id="{3565AA41-2061-B9A6-E9C7-954542E58E2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8541" y="1475421"/>
            <a:ext cx="7883609" cy="3331357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Klijent</a:t>
            </a:r>
            <a:r>
              <a:rPr lang="en-US" sz="1600" dirty="0"/>
              <a:t>–</a:t>
            </a:r>
            <a:r>
              <a:rPr lang="en-US" sz="1600" dirty="0" err="1"/>
              <a:t>poslužitelj</a:t>
            </a:r>
            <a:r>
              <a:rPr lang="en-US" sz="1600" dirty="0"/>
              <a:t> web </a:t>
            </a:r>
            <a:r>
              <a:rPr lang="en-US" sz="1600" dirty="0" err="1"/>
              <a:t>arhitektura</a:t>
            </a:r>
            <a:r>
              <a:rPr lang="en-US" sz="1600" dirty="0"/>
              <a:t> s </a:t>
            </a:r>
            <a:r>
              <a:rPr lang="en-US" sz="1600" dirty="0" err="1"/>
              <a:t>odvojenim</a:t>
            </a:r>
            <a:r>
              <a:rPr lang="en-US" sz="1600" dirty="0"/>
              <a:t> </a:t>
            </a:r>
            <a:r>
              <a:rPr lang="en-US" sz="1600" dirty="0" err="1"/>
              <a:t>korisničkim</a:t>
            </a:r>
            <a:r>
              <a:rPr lang="en-US" sz="1600" dirty="0"/>
              <a:t> </a:t>
            </a:r>
            <a:r>
              <a:rPr lang="en-US" sz="1600" dirty="0" err="1"/>
              <a:t>sučeljem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poslužiteljem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Frontend: SPA </a:t>
            </a:r>
            <a:r>
              <a:rPr lang="en-US" sz="1600" dirty="0" err="1"/>
              <a:t>aplikacija</a:t>
            </a:r>
            <a:r>
              <a:rPr lang="en-US" sz="1600" dirty="0"/>
              <a:t> </a:t>
            </a:r>
            <a:r>
              <a:rPr lang="en-US" sz="1600" dirty="0" err="1"/>
              <a:t>razvijena</a:t>
            </a:r>
            <a:r>
              <a:rPr lang="en-US" sz="1600" dirty="0"/>
              <a:t> u </a:t>
            </a:r>
            <a:r>
              <a:rPr lang="en-US" sz="1600" dirty="0" err="1"/>
              <a:t>Vue.js</a:t>
            </a:r>
            <a:r>
              <a:rPr lang="en-US" sz="1600" dirty="0"/>
              <a:t>, </a:t>
            </a:r>
            <a:r>
              <a:rPr lang="en-US" sz="1600" dirty="0" err="1"/>
              <a:t>komunicira</a:t>
            </a:r>
            <a:r>
              <a:rPr lang="en-US" sz="1600" dirty="0"/>
              <a:t> s </a:t>
            </a:r>
            <a:r>
              <a:rPr lang="en-US" sz="1600" dirty="0" err="1"/>
              <a:t>poslužiteljem</a:t>
            </a:r>
            <a:r>
              <a:rPr lang="en-US" sz="1600" dirty="0"/>
              <a:t> </a:t>
            </a:r>
            <a:r>
              <a:rPr lang="en-US" sz="1600" dirty="0" err="1"/>
              <a:t>putem</a:t>
            </a:r>
            <a:r>
              <a:rPr lang="en-US" sz="1600" dirty="0"/>
              <a:t> REST API-ja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Backend: Node.js / Express </a:t>
            </a:r>
            <a:r>
              <a:rPr lang="en-US" sz="1600" dirty="0" err="1"/>
              <a:t>aplikacija</a:t>
            </a:r>
            <a:r>
              <a:rPr lang="en-US" sz="1600" dirty="0"/>
              <a:t> </a:t>
            </a:r>
            <a:r>
              <a:rPr lang="en-US" sz="1600" dirty="0" err="1"/>
              <a:t>koja</a:t>
            </a:r>
            <a:r>
              <a:rPr lang="en-US" sz="1600" dirty="0"/>
              <a:t> </a:t>
            </a:r>
            <a:r>
              <a:rPr lang="en-US" sz="1600" dirty="0" err="1"/>
              <a:t>implementira</a:t>
            </a:r>
            <a:r>
              <a:rPr lang="en-US" sz="1600" dirty="0"/>
              <a:t> </a:t>
            </a:r>
            <a:r>
              <a:rPr lang="en-US" sz="1600" dirty="0" err="1"/>
              <a:t>poslovnu</a:t>
            </a:r>
            <a:r>
              <a:rPr lang="en-US" sz="1600" dirty="0"/>
              <a:t> </a:t>
            </a:r>
            <a:r>
              <a:rPr lang="en-US" sz="1600" dirty="0" err="1"/>
              <a:t>logiku</a:t>
            </a:r>
            <a:r>
              <a:rPr lang="en-US" sz="1600" dirty="0"/>
              <a:t>, </a:t>
            </a:r>
            <a:r>
              <a:rPr lang="en-US" sz="1600" dirty="0" err="1"/>
              <a:t>autentikaciju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autorizaciju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Pohrana</a:t>
            </a:r>
            <a:r>
              <a:rPr lang="en-US" sz="1600" dirty="0"/>
              <a:t> </a:t>
            </a:r>
            <a:r>
              <a:rPr lang="en-US" sz="1600" dirty="0" err="1"/>
              <a:t>podataka</a:t>
            </a:r>
            <a:r>
              <a:rPr lang="en-US" sz="1600" dirty="0"/>
              <a:t>: PostgreSQL </a:t>
            </a:r>
            <a:r>
              <a:rPr lang="en-US" sz="1600" dirty="0" err="1"/>
              <a:t>baza</a:t>
            </a:r>
            <a:r>
              <a:rPr lang="en-US" sz="1600" dirty="0"/>
              <a:t> za </a:t>
            </a:r>
            <a:r>
              <a:rPr lang="en-US" sz="1600" dirty="0" err="1"/>
              <a:t>relacijske</a:t>
            </a:r>
            <a:r>
              <a:rPr lang="en-US" sz="1600" dirty="0"/>
              <a:t> </a:t>
            </a:r>
            <a:r>
              <a:rPr lang="en-US" sz="1600" dirty="0" err="1"/>
              <a:t>podatke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S3-kompatibilno </a:t>
            </a:r>
            <a:r>
              <a:rPr lang="en-US" sz="1600" dirty="0" err="1"/>
              <a:t>spremište</a:t>
            </a:r>
            <a:r>
              <a:rPr lang="en-US" sz="1600" dirty="0"/>
              <a:t> za </a:t>
            </a:r>
            <a:r>
              <a:rPr lang="en-US" sz="1600" dirty="0" err="1"/>
              <a:t>datoteke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Integracije</a:t>
            </a:r>
            <a:r>
              <a:rPr lang="en-US" sz="1600" dirty="0"/>
              <a:t>: </a:t>
            </a:r>
            <a:r>
              <a:rPr lang="en-US" sz="1600" dirty="0" err="1"/>
              <a:t>vanjski</a:t>
            </a:r>
            <a:r>
              <a:rPr lang="en-US" sz="1600" dirty="0"/>
              <a:t> </a:t>
            </a:r>
            <a:r>
              <a:rPr lang="en-US" sz="1600" dirty="0" err="1"/>
              <a:t>servisi</a:t>
            </a:r>
            <a:r>
              <a:rPr lang="en-US" sz="1600" dirty="0"/>
              <a:t> za </a:t>
            </a:r>
            <a:r>
              <a:rPr lang="en-US" sz="1600" dirty="0" err="1"/>
              <a:t>autentikaciju</a:t>
            </a:r>
            <a:r>
              <a:rPr lang="en-US" sz="1600" dirty="0"/>
              <a:t> (OAuth 2.0) </a:t>
            </a:r>
            <a:r>
              <a:rPr lang="en-US" sz="1600" dirty="0" err="1"/>
              <a:t>i</a:t>
            </a:r>
            <a:r>
              <a:rPr lang="en-US" sz="1600" dirty="0"/>
              <a:t> video </a:t>
            </a:r>
            <a:r>
              <a:rPr lang="en-US" sz="1600" dirty="0" err="1"/>
              <a:t>radionice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Razmještaj</a:t>
            </a:r>
            <a:r>
              <a:rPr lang="en-US" sz="1600" dirty="0"/>
              <a:t>: </a:t>
            </a:r>
            <a:r>
              <a:rPr lang="en-US" sz="1600" dirty="0" err="1"/>
              <a:t>Dockerizirana</a:t>
            </a:r>
            <a:r>
              <a:rPr lang="en-US" sz="1600" dirty="0"/>
              <a:t> </a:t>
            </a:r>
            <a:r>
              <a:rPr lang="en-US" sz="1600" dirty="0" err="1"/>
              <a:t>aplikacija</a:t>
            </a:r>
            <a:r>
              <a:rPr lang="en-US" sz="1600" dirty="0"/>
              <a:t> </a:t>
            </a:r>
            <a:r>
              <a:rPr lang="en-US" sz="1600" dirty="0" err="1"/>
              <a:t>pokrenuta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DigitalOcean</a:t>
            </a:r>
            <a:r>
              <a:rPr lang="en-US" sz="1600" dirty="0"/>
              <a:t> VPS-u </a:t>
            </a:r>
            <a:r>
              <a:rPr lang="en-US" sz="1600" dirty="0" err="1"/>
              <a:t>uz</a:t>
            </a:r>
            <a:r>
              <a:rPr lang="en-US" sz="1600" dirty="0"/>
              <a:t> reverse-proxy </a:t>
            </a:r>
            <a:r>
              <a:rPr lang="en-US" sz="1600" dirty="0" err="1"/>
              <a:t>i</a:t>
            </a:r>
            <a:r>
              <a:rPr lang="en-US" sz="1600" dirty="0"/>
              <a:t> TLS</a:t>
            </a:r>
          </a:p>
          <a:p>
            <a:pPr marL="285750" lvl="0" indent="-285750" algn="l" rtl="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839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>
          <a:extLst>
            <a:ext uri="{FF2B5EF4-FFF2-40B4-BE49-F238E27FC236}">
              <a16:creationId xmlns:a16="http://schemas.microsoft.com/office/drawing/2014/main" id="{0AC3F866-D48E-3834-91A3-234381950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1">
            <a:extLst>
              <a:ext uri="{FF2B5EF4-FFF2-40B4-BE49-F238E27FC236}">
                <a16:creationId xmlns:a16="http://schemas.microsoft.com/office/drawing/2014/main" id="{CDB6B1D6-0F2B-D11F-C7EB-2544C02AF4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500" y="592862"/>
            <a:ext cx="6716276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Ispitivanje</a:t>
            </a:r>
            <a:endParaRPr lang="en-US" dirty="0"/>
          </a:p>
        </p:txBody>
      </p:sp>
      <p:sp>
        <p:nvSpPr>
          <p:cNvPr id="3" name="Google Shape;536;p48">
            <a:extLst>
              <a:ext uri="{FF2B5EF4-FFF2-40B4-BE49-F238E27FC236}">
                <a16:creationId xmlns:a16="http://schemas.microsoft.com/office/drawing/2014/main" id="{B3810A44-E4A5-F954-FCFD-120BA2F8D2D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0559" y="1461566"/>
            <a:ext cx="7883609" cy="3331357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r-HR" sz="1600" dirty="0"/>
              <a:t>Organizacija ispitivanja:</a:t>
            </a:r>
          </a:p>
          <a:p>
            <a:pPr lvl="1"/>
            <a:r>
              <a:rPr lang="en-US" b="1" dirty="0" err="1"/>
              <a:t>Kategorije</a:t>
            </a:r>
            <a:r>
              <a:rPr lang="en-US" b="1" dirty="0"/>
              <a:t> </a:t>
            </a:r>
            <a:r>
              <a:rPr lang="en-US" b="1" dirty="0" err="1"/>
              <a:t>testova</a:t>
            </a:r>
            <a:endParaRPr lang="en-US" b="1" dirty="0"/>
          </a:p>
          <a:p>
            <a:pPr lvl="1"/>
            <a:r>
              <a:rPr lang="en-US" dirty="0" err="1"/>
              <a:t>Redovni</a:t>
            </a:r>
            <a:r>
              <a:rPr lang="en-US" dirty="0"/>
              <a:t> </a:t>
            </a:r>
            <a:r>
              <a:rPr lang="en-US" dirty="0" err="1"/>
              <a:t>slučajevi</a:t>
            </a:r>
            <a:r>
              <a:rPr lang="en-US" dirty="0"/>
              <a:t>: 2 </a:t>
            </a:r>
            <a:r>
              <a:rPr lang="en-US" dirty="0" err="1"/>
              <a:t>testa</a:t>
            </a:r>
            <a:endParaRPr lang="en-US" dirty="0"/>
          </a:p>
          <a:p>
            <a:pPr lvl="1"/>
            <a:r>
              <a:rPr lang="en-US" dirty="0" err="1"/>
              <a:t>Rubni</a:t>
            </a:r>
            <a:r>
              <a:rPr lang="en-US" dirty="0"/>
              <a:t> </a:t>
            </a:r>
            <a:r>
              <a:rPr lang="en-US" dirty="0" err="1"/>
              <a:t>uvjeti</a:t>
            </a:r>
            <a:r>
              <a:rPr lang="en-US" dirty="0"/>
              <a:t>: 1 test</a:t>
            </a:r>
          </a:p>
          <a:p>
            <a:pPr lvl="1"/>
            <a:r>
              <a:rPr lang="en-US" dirty="0" err="1"/>
              <a:t>Izazivanje</a:t>
            </a:r>
            <a:r>
              <a:rPr lang="en-US" dirty="0"/>
              <a:t> </a:t>
            </a:r>
            <a:r>
              <a:rPr lang="en-US" dirty="0" err="1"/>
              <a:t>iznimki</a:t>
            </a:r>
            <a:r>
              <a:rPr lang="en-US" dirty="0"/>
              <a:t>: 2 </a:t>
            </a:r>
            <a:r>
              <a:rPr lang="en-US" dirty="0" err="1"/>
              <a:t>testa</a:t>
            </a:r>
            <a:endParaRPr lang="en-US" dirty="0"/>
          </a:p>
          <a:p>
            <a:pPr lvl="1"/>
            <a:r>
              <a:rPr lang="en-US" dirty="0" err="1"/>
              <a:t>Nepostojeće</a:t>
            </a:r>
            <a:r>
              <a:rPr lang="en-US" dirty="0"/>
              <a:t> </a:t>
            </a:r>
            <a:r>
              <a:rPr lang="en-US" dirty="0" err="1"/>
              <a:t>funkcionalnosti</a:t>
            </a:r>
            <a:r>
              <a:rPr lang="en-US" dirty="0"/>
              <a:t>: 1 test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E10D5579-AAC0-F0CB-EE88-263772987D45}"/>
              </a:ext>
            </a:extLst>
          </p:cNvPr>
          <p:cNvSpPr txBox="1"/>
          <p:nvPr/>
        </p:nvSpPr>
        <p:spPr>
          <a:xfrm>
            <a:off x="4274127" y="117417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C6D8D50-B005-C949-5BC1-7EB3E064A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3015010"/>
            <a:ext cx="602600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Uspješno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dohvaćanje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postojećeg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korisnika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iz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podataka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Odbijanje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prijave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nepostojećom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e-mail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adresom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rubni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slučaj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Kontrolirana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obrada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dohvaćanja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nepostojećeg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recepta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hr-HR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Uspješno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dohvaćanje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postojećeg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recepta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iz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podataka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Odbijanje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prijave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zbog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neispravne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lozinke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sigurnosna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iznimka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Provjera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nepostojećeg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recepta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funkcionalnost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ispravno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vraća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570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89101BB1-A528-4740-4E30-A8F4B2B1B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8">
            <a:extLst>
              <a:ext uri="{FF2B5EF4-FFF2-40B4-BE49-F238E27FC236}">
                <a16:creationId xmlns:a16="http://schemas.microsoft.com/office/drawing/2014/main" id="{73026B7E-8B6D-E2D5-8C2D-2DEE8B3CCB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2725" y="539500"/>
            <a:ext cx="6631800" cy="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/>
            <a:r>
              <a:rPr lang="en-US" b="0" dirty="0"/>
              <a:t>USPJEŠNO DOHVAĆANJE POSTOJEĆEG RECEPTA</a:t>
            </a:r>
            <a:endParaRPr lang="en-US" sz="4400" dirty="0"/>
          </a:p>
        </p:txBody>
      </p:sp>
      <p:pic>
        <p:nvPicPr>
          <p:cNvPr id="6" name="Slika 5" descr="Slika na kojoj se prikazuje tekst, snimka zaslona, Font&#10;&#10;Sadržaj generiran uz AI možda nije točan.">
            <a:extLst>
              <a:ext uri="{FF2B5EF4-FFF2-40B4-BE49-F238E27FC236}">
                <a16:creationId xmlns:a16="http://schemas.microsoft.com/office/drawing/2014/main" id="{F65E29DA-3D17-1769-B66D-40E85EAFA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689" y="1815410"/>
            <a:ext cx="5045551" cy="319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76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5EDF67E6-C304-D98C-69B3-261589E32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8">
            <a:extLst>
              <a:ext uri="{FF2B5EF4-FFF2-40B4-BE49-F238E27FC236}">
                <a16:creationId xmlns:a16="http://schemas.microsoft.com/office/drawing/2014/main" id="{0E5EDFB9-D2C6-4DEC-7854-EA36CA69A2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2725" y="539500"/>
            <a:ext cx="6631800" cy="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/>
            <a:r>
              <a:rPr lang="en-US" b="0" dirty="0"/>
              <a:t>SIGURNOSNA IZNIMKA</a:t>
            </a:r>
            <a:endParaRPr lang="en-US" sz="4400" dirty="0"/>
          </a:p>
        </p:txBody>
      </p:sp>
      <p:pic>
        <p:nvPicPr>
          <p:cNvPr id="3" name="Slika 2" descr="Slika na kojoj se prikazuje tekst, snimka zaslona, Font&#10;&#10;Sadržaj generiran uz AI možda nije točan.">
            <a:extLst>
              <a:ext uri="{FF2B5EF4-FFF2-40B4-BE49-F238E27FC236}">
                <a16:creationId xmlns:a16="http://schemas.microsoft.com/office/drawing/2014/main" id="{1C91978B-EC1D-04B4-EDF9-B73DC4E4D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5" y="1272279"/>
            <a:ext cx="6631800" cy="348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88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7975C6FD-EC64-BF83-3A5C-1CA20574C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8">
            <a:extLst>
              <a:ext uri="{FF2B5EF4-FFF2-40B4-BE49-F238E27FC236}">
                <a16:creationId xmlns:a16="http://schemas.microsoft.com/office/drawing/2014/main" id="{950BBC8D-0417-C82E-B7AC-56E9EF6F2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2725" y="539500"/>
            <a:ext cx="6631800" cy="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/>
            <a:r>
              <a:rPr lang="en-US" b="0" dirty="0"/>
              <a:t>UNOS NEPOSTOJEĆEG E-MAILA PRILIKOM PRIJAVE</a:t>
            </a:r>
            <a:endParaRPr lang="en-US" sz="4400" dirty="0"/>
          </a:p>
        </p:txBody>
      </p:sp>
      <p:pic>
        <p:nvPicPr>
          <p:cNvPr id="5" name="Slika 4" descr="Slika na kojoj se prikazuje tekst, snimka zaslona, Font, broj&#10;&#10;Sadržaj generiran uz AI možda nije točan.">
            <a:extLst>
              <a:ext uri="{FF2B5EF4-FFF2-40B4-BE49-F238E27FC236}">
                <a16:creationId xmlns:a16="http://schemas.microsoft.com/office/drawing/2014/main" id="{57974791-80BD-F7CF-4BEE-68E5479C3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086" y="1854392"/>
            <a:ext cx="4047828" cy="320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4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>
          <a:extLst>
            <a:ext uri="{FF2B5EF4-FFF2-40B4-BE49-F238E27FC236}">
              <a16:creationId xmlns:a16="http://schemas.microsoft.com/office/drawing/2014/main" id="{0F5EB756-10D9-FF6D-5022-D196C8B67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71">
            <a:extLst>
              <a:ext uri="{FF2B5EF4-FFF2-40B4-BE49-F238E27FC236}">
                <a16:creationId xmlns:a16="http://schemas.microsoft.com/office/drawing/2014/main" id="{E820A669-C9DB-B033-8D85-136DAB30C9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6686375" y="1844525"/>
            <a:ext cx="1744500" cy="13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04.</a:t>
            </a:r>
            <a:endParaRPr dirty="0"/>
          </a:p>
        </p:txBody>
      </p:sp>
      <p:sp>
        <p:nvSpPr>
          <p:cNvPr id="887" name="Google Shape;887;p71">
            <a:extLst>
              <a:ext uri="{FF2B5EF4-FFF2-40B4-BE49-F238E27FC236}">
                <a16:creationId xmlns:a16="http://schemas.microsoft.com/office/drawing/2014/main" id="{9316E9D1-8AEE-4A83-59AB-BB67E69147A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77800" y="1317600"/>
            <a:ext cx="5801425" cy="25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/>
            <a:r>
              <a:rPr lang="en-US" sz="6000" dirty="0" err="1"/>
              <a:t>Organizacija</a:t>
            </a:r>
            <a:r>
              <a:rPr lang="en-US" sz="6000" dirty="0"/>
              <a:t> rada </a:t>
            </a:r>
            <a:r>
              <a:rPr lang="en-US" sz="6000" dirty="0" err="1"/>
              <a:t>i</a:t>
            </a:r>
            <a:r>
              <a:rPr lang="en-US" sz="6000" dirty="0"/>
              <a:t> </a:t>
            </a:r>
            <a:r>
              <a:rPr lang="en-US" sz="6000" dirty="0" err="1"/>
              <a:t>članovi</a:t>
            </a:r>
            <a:r>
              <a:rPr lang="en-US" sz="6000" dirty="0"/>
              <a:t> </a:t>
            </a:r>
            <a:r>
              <a:rPr lang="en-US" sz="6000" dirty="0" err="1"/>
              <a:t>tima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20350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>
          <a:extLst>
            <a:ext uri="{FF2B5EF4-FFF2-40B4-BE49-F238E27FC236}">
              <a16:creationId xmlns:a16="http://schemas.microsoft.com/office/drawing/2014/main" id="{6B6A8F37-E915-9F13-9AB7-AF2958D9B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1">
            <a:extLst>
              <a:ext uri="{FF2B5EF4-FFF2-40B4-BE49-F238E27FC236}">
                <a16:creationId xmlns:a16="http://schemas.microsoft.com/office/drawing/2014/main" id="{789FEF44-F5EF-ECA7-B6FC-E14C691527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500" y="502921"/>
            <a:ext cx="6716276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Članovi</a:t>
            </a:r>
            <a:r>
              <a:rPr lang="en-US" dirty="0"/>
              <a:t> </a:t>
            </a:r>
            <a:r>
              <a:rPr lang="en-US" dirty="0" err="1"/>
              <a:t>grupe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odgovornosti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C9A583-BE87-2238-FB46-865381927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047737"/>
              </p:ext>
            </p:extLst>
          </p:nvPr>
        </p:nvGraphicFramePr>
        <p:xfrm>
          <a:off x="446093" y="1394085"/>
          <a:ext cx="7460121" cy="3123948"/>
        </p:xfrm>
        <a:graphic>
          <a:graphicData uri="http://schemas.openxmlformats.org/drawingml/2006/table">
            <a:tbl>
              <a:tblPr firstRow="1" bandRow="1">
                <a:tableStyleId>{39C162F3-761A-44BC-A014-F6A793876B72}</a:tableStyleId>
              </a:tblPr>
              <a:tblGrid>
                <a:gridCol w="2486707">
                  <a:extLst>
                    <a:ext uri="{9D8B030D-6E8A-4147-A177-3AD203B41FA5}">
                      <a16:colId xmlns:a16="http://schemas.microsoft.com/office/drawing/2014/main" val="3304540895"/>
                    </a:ext>
                  </a:extLst>
                </a:gridCol>
                <a:gridCol w="2486707">
                  <a:extLst>
                    <a:ext uri="{9D8B030D-6E8A-4147-A177-3AD203B41FA5}">
                      <a16:colId xmlns:a16="http://schemas.microsoft.com/office/drawing/2014/main" val="631920843"/>
                    </a:ext>
                  </a:extLst>
                </a:gridCol>
                <a:gridCol w="2486707">
                  <a:extLst>
                    <a:ext uri="{9D8B030D-6E8A-4147-A177-3AD203B41FA5}">
                      <a16:colId xmlns:a16="http://schemas.microsoft.com/office/drawing/2014/main" val="3378989874"/>
                    </a:ext>
                  </a:extLst>
                </a:gridCol>
              </a:tblGrid>
              <a:tr h="438878">
                <a:tc>
                  <a:txBody>
                    <a:bodyPr/>
                    <a:lstStyle/>
                    <a:p>
                      <a:pPr algn="l"/>
                      <a:endParaRPr lang="en-HR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1.ciklus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2.ciklus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491111"/>
                  </a:ext>
                </a:extLst>
              </a:tr>
              <a:tr h="438878">
                <a:tc>
                  <a:txBody>
                    <a:bodyPr/>
                    <a:lstStyle/>
                    <a:p>
                      <a:pPr algn="l"/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David 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</a:t>
                      </a:r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aza podataka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backend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621684"/>
                  </a:ext>
                </a:extLst>
              </a:tr>
              <a:tr h="411398">
                <a:tc>
                  <a:txBody>
                    <a:bodyPr/>
                    <a:lstStyle/>
                    <a:p>
                      <a:pPr algn="l"/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Lara Kustić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</a:t>
                      </a:r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rontend, dokumentacija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</a:t>
                      </a:r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okumentacija, prezentacija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304360"/>
                  </a:ext>
                </a:extLst>
              </a:tr>
              <a:tr h="438878">
                <a:tc>
                  <a:txBody>
                    <a:bodyPr/>
                    <a:lstStyle/>
                    <a:p>
                      <a:pPr algn="l"/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Lara Lalić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</a:t>
                      </a:r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rontend, prezentacija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91307"/>
                  </a:ext>
                </a:extLst>
              </a:tr>
              <a:tr h="4388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Vito Mudri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</a:t>
                      </a:r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ackend, dokumentacija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</a:t>
                      </a:r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ackend, dokumentacija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039898"/>
                  </a:ext>
                </a:extLst>
              </a:tr>
              <a:tr h="4388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Korina Topić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</a:t>
                      </a:r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ackend, frontend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165140"/>
                  </a:ext>
                </a:extLst>
              </a:tr>
              <a:tr h="438878">
                <a:tc>
                  <a:txBody>
                    <a:bodyPr/>
                    <a:lstStyle/>
                    <a:p>
                      <a:pPr algn="l"/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Mia Zoroja Odrčić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</a:t>
                      </a:r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aza podataka, dokumentacija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</a:t>
                      </a:r>
                      <a:r>
                        <a:rPr lang="en-H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aza podataka, dokumentacija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204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93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E9A5DFD-93D8-4C16-3876-3DF2C36B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8">
            <a:extLst>
              <a:ext uri="{FF2B5EF4-FFF2-40B4-BE49-F238E27FC236}">
                <a16:creationId xmlns:a16="http://schemas.microsoft.com/office/drawing/2014/main" id="{0AEEF547-8053-D350-B024-9B8B7A5EB6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2725" y="539500"/>
            <a:ext cx="6631800" cy="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/>
            <a:r>
              <a:rPr lang="en" sz="4400" dirty="0" err="1"/>
              <a:t>Organizacija</a:t>
            </a:r>
            <a:r>
              <a:rPr lang="en" sz="4400" dirty="0"/>
              <a:t> rada</a:t>
            </a:r>
            <a:endParaRPr lang="en-US" sz="4400" dirty="0"/>
          </a:p>
        </p:txBody>
      </p:sp>
      <p:sp>
        <p:nvSpPr>
          <p:cNvPr id="536" name="Google Shape;536;p48">
            <a:extLst>
              <a:ext uri="{FF2B5EF4-FFF2-40B4-BE49-F238E27FC236}">
                <a16:creationId xmlns:a16="http://schemas.microsoft.com/office/drawing/2014/main" id="{1924CF3E-6E94-86EE-5CFD-253ACBE0398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52725" y="1574275"/>
            <a:ext cx="7128000" cy="3135511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Razvoj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verzioniranje</a:t>
            </a:r>
            <a:r>
              <a:rPr lang="en-US" sz="1600" dirty="0"/>
              <a:t> </a:t>
            </a:r>
            <a:r>
              <a:rPr lang="en-US" sz="1600" dirty="0" err="1"/>
              <a:t>koda</a:t>
            </a:r>
            <a:r>
              <a:rPr lang="en-US" sz="1600" dirty="0"/>
              <a:t> </a:t>
            </a:r>
            <a:r>
              <a:rPr lang="en-US" sz="1600" dirty="0" err="1"/>
              <a:t>odvijali</a:t>
            </a:r>
            <a:r>
              <a:rPr lang="en-US" sz="1600" dirty="0"/>
              <a:t> </a:t>
            </a:r>
            <a:r>
              <a:rPr lang="en-US" sz="1600" dirty="0" err="1"/>
              <a:t>su</a:t>
            </a:r>
            <a:r>
              <a:rPr lang="en-US" sz="1600" dirty="0"/>
              <a:t> se </a:t>
            </a:r>
            <a:r>
              <a:rPr lang="en-US" sz="1600" dirty="0" err="1"/>
              <a:t>putem</a:t>
            </a:r>
            <a:r>
              <a:rPr lang="en-US" sz="1600" dirty="0"/>
              <a:t> GitHub </a:t>
            </a:r>
            <a:r>
              <a:rPr lang="en-US" sz="1600" dirty="0" err="1"/>
              <a:t>repozitorija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Rad u </a:t>
            </a:r>
            <a:r>
              <a:rPr lang="en-US" sz="1600" dirty="0" err="1"/>
              <a:t>granama</a:t>
            </a:r>
            <a:r>
              <a:rPr lang="en-US" sz="1600" dirty="0"/>
              <a:t> </a:t>
            </a:r>
            <a:r>
              <a:rPr lang="en-US" sz="1600" dirty="0" err="1"/>
              <a:t>uz</a:t>
            </a:r>
            <a:r>
              <a:rPr lang="en-US" sz="1600" dirty="0"/>
              <a:t> merge </a:t>
            </a:r>
            <a:r>
              <a:rPr lang="en-US" sz="1600" dirty="0" err="1"/>
              <a:t>i</a:t>
            </a:r>
            <a:r>
              <a:rPr lang="en-US" sz="1600" dirty="0"/>
              <a:t> code review </a:t>
            </a:r>
            <a:r>
              <a:rPr lang="en-US" sz="1600" dirty="0" err="1"/>
              <a:t>postupke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Komunikacija</a:t>
            </a:r>
            <a:r>
              <a:rPr lang="en-US" sz="1600" dirty="0"/>
              <a:t> </a:t>
            </a:r>
            <a:r>
              <a:rPr lang="en-US" sz="1600" dirty="0" err="1"/>
              <a:t>unutar</a:t>
            </a:r>
            <a:r>
              <a:rPr lang="en-US" sz="1600" dirty="0"/>
              <a:t> </a:t>
            </a:r>
            <a:r>
              <a:rPr lang="en-US" sz="1600" dirty="0" err="1"/>
              <a:t>tima</a:t>
            </a:r>
            <a:r>
              <a:rPr lang="en-US" sz="1600" dirty="0"/>
              <a:t> </a:t>
            </a:r>
            <a:r>
              <a:rPr lang="en-US" sz="1600" dirty="0" err="1"/>
              <a:t>odvijala</a:t>
            </a:r>
            <a:r>
              <a:rPr lang="en-US" sz="1600" dirty="0"/>
              <a:t> se </a:t>
            </a:r>
            <a:r>
              <a:rPr lang="en-US" sz="1600" dirty="0" err="1"/>
              <a:t>putem</a:t>
            </a:r>
            <a:r>
              <a:rPr lang="en-US" sz="1600" dirty="0"/>
              <a:t> Discorda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Na </a:t>
            </a:r>
            <a:r>
              <a:rPr lang="en-US" sz="1600" dirty="0" err="1"/>
              <a:t>Discordu</a:t>
            </a:r>
            <a:r>
              <a:rPr lang="en-US" sz="1600" dirty="0"/>
              <a:t> </a:t>
            </a:r>
            <a:r>
              <a:rPr lang="en-US" sz="1600" dirty="0" err="1"/>
              <a:t>su</a:t>
            </a:r>
            <a:r>
              <a:rPr lang="en-US" sz="1600" dirty="0"/>
              <a:t> </a:t>
            </a:r>
            <a:r>
              <a:rPr lang="en-US" sz="1600" dirty="0" err="1"/>
              <a:t>korišteni</a:t>
            </a:r>
            <a:r>
              <a:rPr lang="en-US" sz="1600" dirty="0"/>
              <a:t> </a:t>
            </a:r>
            <a:r>
              <a:rPr lang="en-US" sz="1600" dirty="0" err="1"/>
              <a:t>odvojeni</a:t>
            </a:r>
            <a:r>
              <a:rPr lang="en-US" sz="1600" dirty="0"/>
              <a:t> </a:t>
            </a:r>
            <a:r>
              <a:rPr lang="en-US" sz="1600" dirty="0" err="1"/>
              <a:t>kanali</a:t>
            </a:r>
            <a:r>
              <a:rPr lang="en-US" sz="1600" dirty="0"/>
              <a:t> za: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backend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frontend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baze</a:t>
            </a:r>
            <a:r>
              <a:rPr lang="en-US" sz="1400" dirty="0"/>
              <a:t> </a:t>
            </a:r>
            <a:r>
              <a:rPr lang="en-US" sz="1400" dirty="0" err="1"/>
              <a:t>podataka</a:t>
            </a:r>
            <a:endParaRPr lang="en-US" sz="1400" dirty="0"/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opću</a:t>
            </a:r>
            <a:r>
              <a:rPr lang="en-US" sz="1400" dirty="0"/>
              <a:t> </a:t>
            </a:r>
            <a:r>
              <a:rPr lang="en-US" sz="1400" dirty="0" err="1"/>
              <a:t>koordinaciju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Ovakva</a:t>
            </a:r>
            <a:r>
              <a:rPr lang="en-US" sz="1600" dirty="0"/>
              <a:t> </a:t>
            </a:r>
            <a:r>
              <a:rPr lang="en-US" sz="1600" dirty="0" err="1"/>
              <a:t>podjela</a:t>
            </a:r>
            <a:r>
              <a:rPr lang="en-US" sz="1600" dirty="0"/>
              <a:t> </a:t>
            </a:r>
            <a:r>
              <a:rPr lang="en-US" sz="1600" dirty="0" err="1"/>
              <a:t>omogućila</a:t>
            </a:r>
            <a:r>
              <a:rPr lang="en-US" sz="1600" dirty="0"/>
              <a:t> je </a:t>
            </a:r>
            <a:r>
              <a:rPr lang="en-US" sz="1600" dirty="0" err="1"/>
              <a:t>ciljaniju</a:t>
            </a:r>
            <a:r>
              <a:rPr lang="en-US" sz="1600" dirty="0"/>
              <a:t> </a:t>
            </a:r>
            <a:r>
              <a:rPr lang="en-US" sz="1600" dirty="0" err="1"/>
              <a:t>raspravu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brže</a:t>
            </a:r>
            <a:r>
              <a:rPr lang="en-US" sz="1600" dirty="0"/>
              <a:t> </a:t>
            </a:r>
            <a:r>
              <a:rPr lang="en-US" sz="1600" dirty="0" err="1"/>
              <a:t>donošenje</a:t>
            </a:r>
            <a:r>
              <a:rPr lang="en-US" sz="1600" dirty="0"/>
              <a:t> </a:t>
            </a:r>
            <a:r>
              <a:rPr lang="en-US" sz="1600" dirty="0" err="1"/>
              <a:t>odluka</a:t>
            </a:r>
            <a:endParaRPr lang="en-US" sz="1600" dirty="0"/>
          </a:p>
          <a:p>
            <a:pPr marL="285750" lvl="0" indent="-285750" algn="l" rtl="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38742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>
          <a:extLst>
            <a:ext uri="{FF2B5EF4-FFF2-40B4-BE49-F238E27FC236}">
              <a16:creationId xmlns:a16="http://schemas.microsoft.com/office/drawing/2014/main" id="{BE7629F3-6EFE-148B-E086-491128A08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1">
            <a:extLst>
              <a:ext uri="{FF2B5EF4-FFF2-40B4-BE49-F238E27FC236}">
                <a16:creationId xmlns:a16="http://schemas.microsoft.com/office/drawing/2014/main" id="{3605DA5D-BCE4-F30A-5376-39E9D974C6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500" y="592862"/>
            <a:ext cx="7298336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Tablica</a:t>
            </a:r>
            <a:r>
              <a:rPr lang="en-US" dirty="0"/>
              <a:t> </a:t>
            </a:r>
            <a:r>
              <a:rPr lang="en-US" dirty="0" err="1"/>
              <a:t>raspored</a:t>
            </a:r>
            <a:r>
              <a:rPr lang="hr-HR" dirty="0"/>
              <a:t> zadataka</a:t>
            </a:r>
            <a:endParaRPr lang="en-US" dirty="0"/>
          </a:p>
        </p:txBody>
      </p:sp>
      <p:graphicFrame>
        <p:nvGraphicFramePr>
          <p:cNvPr id="2" name="Tablica 1">
            <a:extLst>
              <a:ext uri="{FF2B5EF4-FFF2-40B4-BE49-F238E27FC236}">
                <a16:creationId xmlns:a16="http://schemas.microsoft.com/office/drawing/2014/main" id="{D464C87F-CF00-9B77-15FE-73621605D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790350"/>
              </p:ext>
            </p:extLst>
          </p:nvPr>
        </p:nvGraphicFramePr>
        <p:xfrm>
          <a:off x="571500" y="1359942"/>
          <a:ext cx="6960058" cy="3657600"/>
        </p:xfrm>
        <a:graphic>
          <a:graphicData uri="http://schemas.openxmlformats.org/drawingml/2006/table">
            <a:tbl>
              <a:tblPr firstRow="1" bandRow="1">
                <a:tableStyleId>{39C162F3-761A-44BC-A014-F6A793876B72}</a:tableStyleId>
              </a:tblPr>
              <a:tblGrid>
                <a:gridCol w="2588356">
                  <a:extLst>
                    <a:ext uri="{9D8B030D-6E8A-4147-A177-3AD203B41FA5}">
                      <a16:colId xmlns:a16="http://schemas.microsoft.com/office/drawing/2014/main" val="1432860968"/>
                    </a:ext>
                  </a:extLst>
                </a:gridCol>
                <a:gridCol w="728617">
                  <a:extLst>
                    <a:ext uri="{9D8B030D-6E8A-4147-A177-3AD203B41FA5}">
                      <a16:colId xmlns:a16="http://schemas.microsoft.com/office/drawing/2014/main" val="1994387369"/>
                    </a:ext>
                  </a:extLst>
                </a:gridCol>
                <a:gridCol w="728617">
                  <a:extLst>
                    <a:ext uri="{9D8B030D-6E8A-4147-A177-3AD203B41FA5}">
                      <a16:colId xmlns:a16="http://schemas.microsoft.com/office/drawing/2014/main" val="2405828048"/>
                    </a:ext>
                  </a:extLst>
                </a:gridCol>
                <a:gridCol w="728617">
                  <a:extLst>
                    <a:ext uri="{9D8B030D-6E8A-4147-A177-3AD203B41FA5}">
                      <a16:colId xmlns:a16="http://schemas.microsoft.com/office/drawing/2014/main" val="91632096"/>
                    </a:ext>
                  </a:extLst>
                </a:gridCol>
                <a:gridCol w="728617">
                  <a:extLst>
                    <a:ext uri="{9D8B030D-6E8A-4147-A177-3AD203B41FA5}">
                      <a16:colId xmlns:a16="http://schemas.microsoft.com/office/drawing/2014/main" val="2141973481"/>
                    </a:ext>
                  </a:extLst>
                </a:gridCol>
                <a:gridCol w="728617">
                  <a:extLst>
                    <a:ext uri="{9D8B030D-6E8A-4147-A177-3AD203B41FA5}">
                      <a16:colId xmlns:a16="http://schemas.microsoft.com/office/drawing/2014/main" val="668037069"/>
                    </a:ext>
                  </a:extLst>
                </a:gridCol>
                <a:gridCol w="728617">
                  <a:extLst>
                    <a:ext uri="{9D8B030D-6E8A-4147-A177-3AD203B41FA5}">
                      <a16:colId xmlns:a16="http://schemas.microsoft.com/office/drawing/2014/main" val="39566096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Komponenta / Aktivnost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Vito Mudri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Lara Lalić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Korina Topić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Mia </a:t>
                      </a:r>
                      <a:r>
                        <a:rPr lang="hr-HR" sz="120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Zoroja</a:t>
                      </a:r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hr-HR" sz="120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Odrčić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Lara Kustić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David </a:t>
                      </a:r>
                      <a:r>
                        <a:rPr lang="hr-HR" sz="120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Ister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1295313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Upravljanje projektom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76627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Opis projektnog zadatka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846134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Funkcionalni zahtjevi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115036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Opis pojedinih obrazaca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641605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Dijagram obrazaca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608705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Sekvencijski dijagrami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36299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Opis ostalih zahtjeva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685383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Arhitektura i dizajn sustava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6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85968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Baza podataka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8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6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6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55062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Dijagram razreda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330632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Dijagram stanja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230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279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>
          <a:extLst>
            <a:ext uri="{FF2B5EF4-FFF2-40B4-BE49-F238E27FC236}">
              <a16:creationId xmlns:a16="http://schemas.microsoft.com/office/drawing/2014/main" id="{C188B7B6-B15C-06A1-9B37-5EB75CD60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ica 1">
            <a:extLst>
              <a:ext uri="{FF2B5EF4-FFF2-40B4-BE49-F238E27FC236}">
                <a16:creationId xmlns:a16="http://schemas.microsoft.com/office/drawing/2014/main" id="{B1972EBB-7D83-34BA-DFFE-6AFFCB287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788647"/>
              </p:ext>
            </p:extLst>
          </p:nvPr>
        </p:nvGraphicFramePr>
        <p:xfrm>
          <a:off x="584026" y="148590"/>
          <a:ext cx="6960058" cy="4846320"/>
        </p:xfrm>
        <a:graphic>
          <a:graphicData uri="http://schemas.openxmlformats.org/drawingml/2006/table">
            <a:tbl>
              <a:tblPr firstRow="1" bandRow="1">
                <a:tableStyleId>{39C162F3-761A-44BC-A014-F6A793876B72}</a:tableStyleId>
              </a:tblPr>
              <a:tblGrid>
                <a:gridCol w="2588356">
                  <a:extLst>
                    <a:ext uri="{9D8B030D-6E8A-4147-A177-3AD203B41FA5}">
                      <a16:colId xmlns:a16="http://schemas.microsoft.com/office/drawing/2014/main" val="1432860968"/>
                    </a:ext>
                  </a:extLst>
                </a:gridCol>
                <a:gridCol w="728617">
                  <a:extLst>
                    <a:ext uri="{9D8B030D-6E8A-4147-A177-3AD203B41FA5}">
                      <a16:colId xmlns:a16="http://schemas.microsoft.com/office/drawing/2014/main" val="1994387369"/>
                    </a:ext>
                  </a:extLst>
                </a:gridCol>
                <a:gridCol w="728617">
                  <a:extLst>
                    <a:ext uri="{9D8B030D-6E8A-4147-A177-3AD203B41FA5}">
                      <a16:colId xmlns:a16="http://schemas.microsoft.com/office/drawing/2014/main" val="2405828048"/>
                    </a:ext>
                  </a:extLst>
                </a:gridCol>
                <a:gridCol w="728617">
                  <a:extLst>
                    <a:ext uri="{9D8B030D-6E8A-4147-A177-3AD203B41FA5}">
                      <a16:colId xmlns:a16="http://schemas.microsoft.com/office/drawing/2014/main" val="91632096"/>
                    </a:ext>
                  </a:extLst>
                </a:gridCol>
                <a:gridCol w="728617">
                  <a:extLst>
                    <a:ext uri="{9D8B030D-6E8A-4147-A177-3AD203B41FA5}">
                      <a16:colId xmlns:a16="http://schemas.microsoft.com/office/drawing/2014/main" val="2141973481"/>
                    </a:ext>
                  </a:extLst>
                </a:gridCol>
                <a:gridCol w="728617">
                  <a:extLst>
                    <a:ext uri="{9D8B030D-6E8A-4147-A177-3AD203B41FA5}">
                      <a16:colId xmlns:a16="http://schemas.microsoft.com/office/drawing/2014/main" val="668037069"/>
                    </a:ext>
                  </a:extLst>
                </a:gridCol>
                <a:gridCol w="728617">
                  <a:extLst>
                    <a:ext uri="{9D8B030D-6E8A-4147-A177-3AD203B41FA5}">
                      <a16:colId xmlns:a16="http://schemas.microsoft.com/office/drawing/2014/main" val="3956609614"/>
                    </a:ext>
                  </a:extLst>
                </a:gridCol>
              </a:tblGrid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Dijagram aktivnosti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76627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Dijagram komponenti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846134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Korištene tehnologije i alati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115036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Ispitivanje programskog rješenja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641605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Dijagram razmještaja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608705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Upute za puštanje u pogon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36299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Dnevnik sastajanja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685383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Zaključak i budući rad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85968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Popis literature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55062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Izrada </a:t>
                      </a:r>
                      <a:r>
                        <a:rPr lang="hr-HR" sz="120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backend</a:t>
                      </a:r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dijela aplikacije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40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40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30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330632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Izrada baze podataka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144533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Spajanje s bazom podataka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8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7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46545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Frontend</a:t>
                      </a:r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– korisničko sučelje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15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398496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Frontend</a:t>
                      </a:r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– </a:t>
                      </a:r>
                      <a:r>
                        <a:rPr lang="hr-HR" sz="1200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autentikacija</a:t>
                      </a:r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i stranice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8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6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229839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Izrada početne stranice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6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21356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Izrada prezentacije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0011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Dokumentacija (Wiki, opisi, dijagrami)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12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362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1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>
          <a:extLst>
            <a:ext uri="{FF2B5EF4-FFF2-40B4-BE49-F238E27FC236}">
              <a16:creationId xmlns:a16="http://schemas.microsoft.com/office/drawing/2014/main" id="{DF0CDB86-FE2F-906A-85A8-9BCBA1B90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1">
            <a:extLst>
              <a:ext uri="{FF2B5EF4-FFF2-40B4-BE49-F238E27FC236}">
                <a16:creationId xmlns:a16="http://schemas.microsoft.com/office/drawing/2014/main" id="{107321EF-84B4-EDAC-B78C-D6D0A6060A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500" y="592862"/>
            <a:ext cx="7298336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Vremenski</a:t>
            </a:r>
            <a:r>
              <a:rPr lang="en-US" dirty="0"/>
              <a:t> </a:t>
            </a:r>
            <a:r>
              <a:rPr lang="en-US" dirty="0" err="1"/>
              <a:t>okvir</a:t>
            </a:r>
            <a:r>
              <a:rPr lang="en-US" dirty="0"/>
              <a:t> </a:t>
            </a:r>
            <a:r>
              <a:rPr lang="en-US" dirty="0" err="1"/>
              <a:t>razvoja</a:t>
            </a:r>
            <a:endParaRPr lang="en-US" dirty="0"/>
          </a:p>
        </p:txBody>
      </p:sp>
      <p:pic>
        <p:nvPicPr>
          <p:cNvPr id="3" name="Slika 2" descr="Slika na kojoj se prikazuje tekst, snimka zaslona, dijagram, crta&#10;&#10;Sadržaj generiran uz AI možda nije točan.">
            <a:extLst>
              <a:ext uri="{FF2B5EF4-FFF2-40B4-BE49-F238E27FC236}">
                <a16:creationId xmlns:a16="http://schemas.microsoft.com/office/drawing/2014/main" id="{0D238CC8-E058-0024-CDB8-D2DE6C6BB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06" y="1529582"/>
            <a:ext cx="6732534" cy="334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87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>
          <a:extLst>
            <a:ext uri="{FF2B5EF4-FFF2-40B4-BE49-F238E27FC236}">
              <a16:creationId xmlns:a16="http://schemas.microsoft.com/office/drawing/2014/main" id="{EEC7D5EA-8040-78A4-7B5E-7BECAE6C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6">
            <a:extLst>
              <a:ext uri="{FF2B5EF4-FFF2-40B4-BE49-F238E27FC236}">
                <a16:creationId xmlns:a16="http://schemas.microsoft.com/office/drawing/2014/main" id="{0F184B43-F25B-DB75-4A8A-E86CD517E2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7900" y="1842725"/>
            <a:ext cx="1744500" cy="13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05.</a:t>
            </a:r>
            <a:endParaRPr dirty="0"/>
          </a:p>
        </p:txBody>
      </p:sp>
      <p:sp>
        <p:nvSpPr>
          <p:cNvPr id="615" name="Google Shape;615;p56">
            <a:extLst>
              <a:ext uri="{FF2B5EF4-FFF2-40B4-BE49-F238E27FC236}">
                <a16:creationId xmlns:a16="http://schemas.microsoft.com/office/drawing/2014/main" id="{FF905CCF-C7D1-B404-0A86-5C8C99BE8C7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48600" y="1263575"/>
            <a:ext cx="5565200" cy="25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/>
            <a:r>
              <a:rPr lang="en-US" sz="6000" dirty="0" err="1"/>
              <a:t>Iskustva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938504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DCA9465F-2074-AF02-7622-26BEE19DA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8">
            <a:extLst>
              <a:ext uri="{FF2B5EF4-FFF2-40B4-BE49-F238E27FC236}">
                <a16:creationId xmlns:a16="http://schemas.microsoft.com/office/drawing/2014/main" id="{F0591F8E-E837-C592-D1ED-B9FE61002A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2725" y="539500"/>
            <a:ext cx="6631800" cy="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/>
            <a:r>
              <a:rPr lang="en" sz="4400" dirty="0" err="1"/>
              <a:t>Iskustva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1EA815-7087-0F11-FD89-4687D5F1A73B}"/>
              </a:ext>
            </a:extLst>
          </p:cNvPr>
          <p:cNvSpPr txBox="1"/>
          <p:nvPr/>
        </p:nvSpPr>
        <p:spPr>
          <a:xfrm>
            <a:off x="1252725" y="1693889"/>
            <a:ext cx="68052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Manjak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komunikacije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timu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znao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je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dovesti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do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većih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problema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razvoju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Organizacija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raspodjela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zadataka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pokazale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ključnima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Zajedničko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rješavanje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problema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bilo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je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učinkovitije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od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samostalnog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Projekt je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pokazao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važnost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pravovremene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komunikacije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jasnih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dogovora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HR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67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p104"/>
          <p:cNvSpPr txBox="1">
            <a:spLocks noGrp="1"/>
          </p:cNvSpPr>
          <p:nvPr>
            <p:ph type="title"/>
          </p:nvPr>
        </p:nvSpPr>
        <p:spPr>
          <a:xfrm flipH="1">
            <a:off x="1444574" y="846773"/>
            <a:ext cx="3117640" cy="11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Demonstracija aplikacije</a:t>
            </a:r>
            <a:endParaRPr dirty="0"/>
          </a:p>
        </p:txBody>
      </p:sp>
      <p:sp>
        <p:nvSpPr>
          <p:cNvPr id="2084" name="Google Shape;2084;p104"/>
          <p:cNvSpPr txBox="1">
            <a:spLocks noGrp="1"/>
          </p:cNvSpPr>
          <p:nvPr>
            <p:ph type="subTitle" idx="1"/>
          </p:nvPr>
        </p:nvSpPr>
        <p:spPr>
          <a:xfrm flipH="1">
            <a:off x="1263524" y="2456953"/>
            <a:ext cx="2368200" cy="139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Vite App</a:t>
            </a:r>
            <a:endParaRPr u="sng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64F1F1A-AF7D-D7CA-5720-72A1B2365DD7}"/>
              </a:ext>
            </a:extLst>
          </p:cNvPr>
          <p:cNvGrpSpPr/>
          <p:nvPr/>
        </p:nvGrpSpPr>
        <p:grpSpPr>
          <a:xfrm>
            <a:off x="3344007" y="1819472"/>
            <a:ext cx="4336542" cy="2673861"/>
            <a:chOff x="4226690" y="1267944"/>
            <a:chExt cx="4336542" cy="2673861"/>
          </a:xfrm>
        </p:grpSpPr>
        <p:grpSp>
          <p:nvGrpSpPr>
            <p:cNvPr id="2085" name="Google Shape;2085;p104"/>
            <p:cNvGrpSpPr/>
            <p:nvPr/>
          </p:nvGrpSpPr>
          <p:grpSpPr>
            <a:xfrm>
              <a:off x="4226690" y="1368644"/>
              <a:ext cx="4336542" cy="2573161"/>
              <a:chOff x="668050" y="1175525"/>
              <a:chExt cx="5120506" cy="2847794"/>
            </a:xfrm>
          </p:grpSpPr>
          <p:sp>
            <p:nvSpPr>
              <p:cNvPr id="2086" name="Google Shape;2086;p104"/>
              <p:cNvSpPr/>
              <p:nvPr/>
            </p:nvSpPr>
            <p:spPr>
              <a:xfrm>
                <a:off x="1181655" y="1175525"/>
                <a:ext cx="4090339" cy="2752668"/>
              </a:xfrm>
              <a:custGeom>
                <a:avLst/>
                <a:gdLst/>
                <a:ahLst/>
                <a:cxnLst/>
                <a:rect l="l" t="t" r="r" b="b"/>
                <a:pathLst>
                  <a:path w="185167" h="124288" extrusionOk="0">
                    <a:moveTo>
                      <a:pt x="177148" y="7632"/>
                    </a:moveTo>
                    <a:lnTo>
                      <a:pt x="177148" y="113034"/>
                    </a:lnTo>
                    <a:lnTo>
                      <a:pt x="8019" y="113034"/>
                    </a:lnTo>
                    <a:lnTo>
                      <a:pt x="8019" y="7632"/>
                    </a:lnTo>
                    <a:close/>
                    <a:moveTo>
                      <a:pt x="9461" y="0"/>
                    </a:moveTo>
                    <a:cubicBezTo>
                      <a:pt x="4256" y="0"/>
                      <a:pt x="1" y="4220"/>
                      <a:pt x="1" y="9460"/>
                    </a:cubicBezTo>
                    <a:lnTo>
                      <a:pt x="1" y="114827"/>
                    </a:lnTo>
                    <a:cubicBezTo>
                      <a:pt x="1" y="120032"/>
                      <a:pt x="4256" y="124288"/>
                      <a:pt x="9461" y="124288"/>
                    </a:cubicBezTo>
                    <a:lnTo>
                      <a:pt x="175706" y="124288"/>
                    </a:lnTo>
                    <a:cubicBezTo>
                      <a:pt x="180911" y="124288"/>
                      <a:pt x="185167" y="120032"/>
                      <a:pt x="185167" y="114827"/>
                    </a:cubicBezTo>
                    <a:lnTo>
                      <a:pt x="185167" y="9460"/>
                    </a:lnTo>
                    <a:cubicBezTo>
                      <a:pt x="185167" y="4220"/>
                      <a:pt x="180946" y="0"/>
                      <a:pt x="1757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104"/>
              <p:cNvSpPr/>
              <p:nvPr/>
            </p:nvSpPr>
            <p:spPr>
              <a:xfrm>
                <a:off x="1358048" y="1344538"/>
                <a:ext cx="3736855" cy="2332065"/>
              </a:xfrm>
              <a:custGeom>
                <a:avLst/>
                <a:gdLst/>
                <a:ahLst/>
                <a:cxnLst/>
                <a:rect l="l" t="t" r="r" b="b"/>
                <a:pathLst>
                  <a:path w="169165" h="105297" extrusionOk="0">
                    <a:moveTo>
                      <a:pt x="0" y="1"/>
                    </a:moveTo>
                    <a:lnTo>
                      <a:pt x="0" y="105297"/>
                    </a:lnTo>
                    <a:lnTo>
                      <a:pt x="169164" y="105297"/>
                    </a:lnTo>
                    <a:lnTo>
                      <a:pt x="169164" y="1"/>
                    </a:lnTo>
                    <a:close/>
                  </a:path>
                </a:pathLst>
              </a:custGeom>
              <a:solidFill>
                <a:srgbClr val="E8E8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104"/>
              <p:cNvSpPr/>
              <p:nvPr/>
            </p:nvSpPr>
            <p:spPr>
              <a:xfrm>
                <a:off x="668050" y="3817653"/>
                <a:ext cx="5120506" cy="196315"/>
              </a:xfrm>
              <a:custGeom>
                <a:avLst/>
                <a:gdLst/>
                <a:ahLst/>
                <a:cxnLst/>
                <a:rect l="l" t="t" r="r" b="b"/>
                <a:pathLst>
                  <a:path w="231802" h="8864" extrusionOk="0">
                    <a:moveTo>
                      <a:pt x="230922" y="1"/>
                    </a:moveTo>
                    <a:lnTo>
                      <a:pt x="880" y="1"/>
                    </a:lnTo>
                    <a:cubicBezTo>
                      <a:pt x="388" y="1"/>
                      <a:pt x="1" y="387"/>
                      <a:pt x="1" y="880"/>
                    </a:cubicBezTo>
                    <a:lnTo>
                      <a:pt x="1" y="5346"/>
                    </a:lnTo>
                    <a:cubicBezTo>
                      <a:pt x="774" y="8863"/>
                      <a:pt x="9145" y="7738"/>
                      <a:pt x="14350" y="8230"/>
                    </a:cubicBezTo>
                    <a:lnTo>
                      <a:pt x="217452" y="8230"/>
                    </a:lnTo>
                    <a:cubicBezTo>
                      <a:pt x="222657" y="7738"/>
                      <a:pt x="231027" y="8863"/>
                      <a:pt x="231801" y="5346"/>
                    </a:cubicBezTo>
                    <a:lnTo>
                      <a:pt x="231801" y="880"/>
                    </a:lnTo>
                    <a:cubicBezTo>
                      <a:pt x="231801" y="387"/>
                      <a:pt x="231414" y="1"/>
                      <a:pt x="23092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104"/>
              <p:cNvSpPr/>
              <p:nvPr/>
            </p:nvSpPr>
            <p:spPr>
              <a:xfrm>
                <a:off x="668050" y="3928262"/>
                <a:ext cx="5120506" cy="95057"/>
              </a:xfrm>
              <a:custGeom>
                <a:avLst/>
                <a:gdLst/>
                <a:ahLst/>
                <a:cxnLst/>
                <a:rect l="l" t="t" r="r" b="b"/>
                <a:pathLst>
                  <a:path w="231802" h="4292" extrusionOk="0">
                    <a:moveTo>
                      <a:pt x="14350" y="4291"/>
                    </a:moveTo>
                    <a:lnTo>
                      <a:pt x="217452" y="4291"/>
                    </a:lnTo>
                    <a:cubicBezTo>
                      <a:pt x="222657" y="3799"/>
                      <a:pt x="231027" y="3869"/>
                      <a:pt x="231801" y="352"/>
                    </a:cubicBezTo>
                    <a:lnTo>
                      <a:pt x="231801" y="1"/>
                    </a:lnTo>
                    <a:lnTo>
                      <a:pt x="1" y="1"/>
                    </a:lnTo>
                    <a:lnTo>
                      <a:pt x="1" y="352"/>
                    </a:lnTo>
                    <a:cubicBezTo>
                      <a:pt x="739" y="3869"/>
                      <a:pt x="9145" y="3799"/>
                      <a:pt x="14350" y="429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104"/>
              <p:cNvSpPr/>
              <p:nvPr/>
            </p:nvSpPr>
            <p:spPr>
              <a:xfrm>
                <a:off x="2650202" y="3817653"/>
                <a:ext cx="1176226" cy="56100"/>
              </a:xfrm>
              <a:custGeom>
                <a:avLst/>
                <a:gdLst/>
                <a:ahLst/>
                <a:cxnLst/>
                <a:rect l="l" t="t" r="r" b="b"/>
                <a:pathLst>
                  <a:path w="53247" h="2533" extrusionOk="0">
                    <a:moveTo>
                      <a:pt x="53071" y="1"/>
                    </a:moveTo>
                    <a:lnTo>
                      <a:pt x="176" y="1"/>
                    </a:lnTo>
                    <a:cubicBezTo>
                      <a:pt x="71" y="1"/>
                      <a:pt x="0" y="71"/>
                      <a:pt x="0" y="212"/>
                    </a:cubicBezTo>
                    <a:lnTo>
                      <a:pt x="0" y="1232"/>
                    </a:lnTo>
                    <a:cubicBezTo>
                      <a:pt x="176" y="2040"/>
                      <a:pt x="2075" y="2427"/>
                      <a:pt x="3271" y="2533"/>
                    </a:cubicBezTo>
                    <a:lnTo>
                      <a:pt x="49976" y="2533"/>
                    </a:lnTo>
                    <a:cubicBezTo>
                      <a:pt x="51172" y="2427"/>
                      <a:pt x="53071" y="2040"/>
                      <a:pt x="53247" y="1232"/>
                    </a:cubicBezTo>
                    <a:lnTo>
                      <a:pt x="53247" y="212"/>
                    </a:lnTo>
                    <a:cubicBezTo>
                      <a:pt x="53247" y="71"/>
                      <a:pt x="53176" y="1"/>
                      <a:pt x="53071" y="1"/>
                    </a:cubicBezTo>
                    <a:close/>
                  </a:path>
                </a:pathLst>
              </a:custGeom>
              <a:solidFill>
                <a:srgbClr val="A1AC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92" name="Google Shape;2092;p104"/>
            <p:cNvSpPr/>
            <p:nvPr/>
          </p:nvSpPr>
          <p:spPr>
            <a:xfrm>
              <a:off x="4727267" y="1267944"/>
              <a:ext cx="2214674" cy="1899299"/>
            </a:xfrm>
            <a:custGeom>
              <a:avLst/>
              <a:gdLst/>
              <a:ahLst/>
              <a:cxnLst/>
              <a:rect l="l" t="t" r="r" b="b"/>
              <a:pathLst>
                <a:path w="136141" h="113104" extrusionOk="0">
                  <a:moveTo>
                    <a:pt x="71" y="9707"/>
                  </a:moveTo>
                  <a:lnTo>
                    <a:pt x="1" y="113104"/>
                  </a:lnTo>
                  <a:lnTo>
                    <a:pt x="45686" y="112928"/>
                  </a:lnTo>
                  <a:lnTo>
                    <a:pt x="136141" y="0"/>
                  </a:lnTo>
                  <a:lnTo>
                    <a:pt x="9778" y="35"/>
                  </a:lnTo>
                  <a:cubicBezTo>
                    <a:pt x="4432" y="35"/>
                    <a:pt x="71" y="4361"/>
                    <a:pt x="71" y="9707"/>
                  </a:cubicBezTo>
                  <a:close/>
                </a:path>
              </a:pathLst>
            </a:custGeom>
            <a:solidFill>
              <a:srgbClr val="FFFFFF">
                <a:alpha val="251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86BD3D1-1BB3-AEA4-5A18-5A9FA92DD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11046" y="1521295"/>
              <a:ext cx="3167713" cy="2107167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3"/>
          <p:cNvSpPr txBox="1">
            <a:spLocks noGrp="1"/>
          </p:cNvSpPr>
          <p:nvPr>
            <p:ph type="title"/>
          </p:nvPr>
        </p:nvSpPr>
        <p:spPr>
          <a:xfrm>
            <a:off x="2562900" y="1299000"/>
            <a:ext cx="4018200" cy="25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Hvala </a:t>
            </a:r>
            <a:r>
              <a:rPr lang="en" dirty="0" err="1"/>
              <a:t>na</a:t>
            </a:r>
            <a:r>
              <a:rPr lang="en" dirty="0"/>
              <a:t> </a:t>
            </a:r>
            <a:r>
              <a:rPr lang="en" dirty="0" err="1"/>
              <a:t>pažnji</a:t>
            </a:r>
            <a:r>
              <a:rPr lang="en" dirty="0"/>
              <a:t>!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oking School XL by Slidesgo">
  <a:themeElements>
    <a:clrScheme name="Simple Light">
      <a:dk1>
        <a:srgbClr val="292344"/>
      </a:dk1>
      <a:lt1>
        <a:srgbClr val="FFFFFF"/>
      </a:lt1>
      <a:dk2>
        <a:srgbClr val="ED6F65"/>
      </a:dk2>
      <a:lt2>
        <a:srgbClr val="596C9C"/>
      </a:lt2>
      <a:accent1>
        <a:srgbClr val="ED6F65"/>
      </a:accent1>
      <a:accent2>
        <a:srgbClr val="596C9C"/>
      </a:accent2>
      <a:accent3>
        <a:srgbClr val="EFE4D7"/>
      </a:accent3>
      <a:accent4>
        <a:srgbClr val="292344"/>
      </a:accent4>
      <a:accent5>
        <a:srgbClr val="FFFFFF"/>
      </a:accent5>
      <a:accent6>
        <a:srgbClr val="FFFFFF"/>
      </a:accent6>
      <a:hlink>
        <a:srgbClr val="29234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934</Words>
  <Application>Microsoft Office PowerPoint</Application>
  <PresentationFormat>Prikaz na zaslonu (16:9)</PresentationFormat>
  <Paragraphs>219</Paragraphs>
  <Slides>26</Slides>
  <Notes>26</Notes>
  <HiddenSlides>0</HiddenSlides>
  <MMClips>0</MMClips>
  <ScaleCrop>false</ScaleCrop>
  <HeadingPairs>
    <vt:vector size="6" baseType="variant">
      <vt:variant>
        <vt:lpstr>Korišteni fontovi</vt:lpstr>
      </vt:variant>
      <vt:variant>
        <vt:i4>7</vt:i4>
      </vt:variant>
      <vt:variant>
        <vt:lpstr>Tema</vt:lpstr>
      </vt:variant>
      <vt:variant>
        <vt:i4>3</vt:i4>
      </vt:variant>
      <vt:variant>
        <vt:lpstr>Naslovi slajdova</vt:lpstr>
      </vt:variant>
      <vt:variant>
        <vt:i4>26</vt:i4>
      </vt:variant>
    </vt:vector>
  </HeadingPairs>
  <TitlesOfParts>
    <vt:vector size="36" baseType="lpstr">
      <vt:lpstr>Courier New</vt:lpstr>
      <vt:lpstr>Dosis Medium</vt:lpstr>
      <vt:lpstr>Arial</vt:lpstr>
      <vt:lpstr>Aptos</vt:lpstr>
      <vt:lpstr>Roboto</vt:lpstr>
      <vt:lpstr>Fjalla One</vt:lpstr>
      <vt:lpstr>Aptos Display</vt:lpstr>
      <vt:lpstr>Cooking School XL by Slidesgo</vt:lpstr>
      <vt:lpstr>Custom Design</vt:lpstr>
      <vt:lpstr>1_Custom Design</vt:lpstr>
      <vt:lpstr>kuhari.app</vt:lpstr>
      <vt:lpstr>Sadržaj</vt:lpstr>
      <vt:lpstr>01.</vt:lpstr>
      <vt:lpstr>Opis zadatka</vt:lpstr>
      <vt:lpstr>Cilj projekta</vt:lpstr>
      <vt:lpstr>02.</vt:lpstr>
      <vt:lpstr>Korišteni alati i tehnologije</vt:lpstr>
      <vt:lpstr>03.</vt:lpstr>
      <vt:lpstr>Glavni funkcionalni zahtjevi</vt:lpstr>
      <vt:lpstr>Nefunkcionalni i zahtjevi domene primjene</vt:lpstr>
      <vt:lpstr>UML dijagram obrazaca uporabe</vt:lpstr>
      <vt:lpstr>Arhitektura sustava</vt:lpstr>
      <vt:lpstr>Ispitivanje</vt:lpstr>
      <vt:lpstr>USPJEŠNO DOHVAĆANJE POSTOJEĆEG RECEPTA</vt:lpstr>
      <vt:lpstr>SIGURNOSNA IZNIMKA</vt:lpstr>
      <vt:lpstr>UNOS NEPOSTOJEĆEG E-MAILA PRILIKOM PRIJAVE</vt:lpstr>
      <vt:lpstr>04.</vt:lpstr>
      <vt:lpstr>Članovi grupe i odgovornosti</vt:lpstr>
      <vt:lpstr>Organizacija rada</vt:lpstr>
      <vt:lpstr>Tablica raspored zadataka</vt:lpstr>
      <vt:lpstr>PowerPoint prezentacija</vt:lpstr>
      <vt:lpstr>Vremenski okvir razvoja</vt:lpstr>
      <vt:lpstr>05.</vt:lpstr>
      <vt:lpstr>Iskustva</vt:lpstr>
      <vt:lpstr>Demonstracija aplikacije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Lara Kustić</dc:creator>
  <cp:lastModifiedBy>Lara Kustić</cp:lastModifiedBy>
  <cp:revision>28</cp:revision>
  <dcterms:modified xsi:type="dcterms:W3CDTF">2026-01-23T22:56:42Z</dcterms:modified>
</cp:coreProperties>
</file>